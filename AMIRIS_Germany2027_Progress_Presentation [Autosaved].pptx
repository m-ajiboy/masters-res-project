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AMIRIS Germany2027</a:t>
            </a:r>
          </a:p>
          <a:p>
            <a:r>
              <a:rPr sz="2200">
                <a:solidFill>
                  <a:srgbClr val="C9D6DE"/>
                </a:solidFill>
              </a:rPr>
              <a:t>Progress Report: From Brainpool's 2027 Data to a Calibrated Model</a:t>
            </a:r>
          </a:p>
          <a:p>
            <a:pPr>
              <a:spcBef>
                <a:spcPts val="2000"/>
              </a:spcBef>
            </a:pPr>
            <a:r>
              <a:rPr sz="1500">
                <a:solidFill>
                  <a:srgbClr val="9AACB8"/>
                </a:solidFill>
              </a:rPr>
              <a:t>Muideen Oladayo Ajiboye  |  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Built a full AMIRIS Germany2027 scenario from Brainpool's real 2027 data (capacities, demand, fuel/carbon prices)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Refined the demand model (V1 -&gt; V2) and added cross-border imports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Obtained Brainpool's own real 2027 hourly price forecast and ran the first AMIRIS-vs-Brainpool comparison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First result looked alarming: AMIRIS's average price was 3-7x higher than Brainpool's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Diagnosed the real cause, fixed it, and calibrated it - AMIRIS's price forecasts now land close to Brainpool's own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29768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Shortage hours (before -&gt; after)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 price (before -&gt; after)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V1, with-import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11.78% -&gt; 0.83%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400.04 -&gt; 75.46 EUR/MWh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V2, with-import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5.35% -&gt; 0.03%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219.81 -&gt; 57.34 EUR/MWh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Brainpool's own real 2027 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0.00%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68.04 EUR/MWh (reference)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The Four Model Versions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B58"/>
                </a:solidFill>
              </a:rPr>
              <a:t>Two demand models x two cross-border assumptions - referenced throughout everything that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691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3A4D"/>
                </a:solidFill>
              </a:rPr>
              <a:t>No cross-border trade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691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3A4D"/>
                </a:solidFill>
              </a:rPr>
              <a:t>With cross-border trade (ImportTrader)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4D"/>
                </a:solidFill>
              </a:rPr>
              <a:t>V1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B58"/>
                </a:solidFill>
              </a:rPr>
              <a:t>BDEW demand: one household
profile applied to the WHOLE
economy's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4D"/>
                </a:solidFill>
              </a:rPr>
              <a:t>V2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55B58"/>
                </a:solidFill>
              </a:rPr>
              <a:t>Component-split demand:
real base load + heat-pump +
electrolysis + EV shapes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210312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963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500" b="1">
                <a:solidFill>
                  <a:srgbClr val="963C28"/>
                </a:solidFill>
              </a:rPr>
              <a:t>V1, no-import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The first, simplest build.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15.88%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519 EUR/MWh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10312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500" b="1">
                <a:solidFill>
                  <a:srgbClr val="A5691F"/>
                </a:solidFill>
              </a:rPr>
              <a:t>V1, with-import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BDEW demand + import added.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Final ceiling: 37,650 MW (flat)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0.83%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75 EUR/MWh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429768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500" b="1">
                <a:solidFill>
                  <a:srgbClr val="A5691F"/>
                </a:solidFill>
              </a:rPr>
              <a:t>V2, no-import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Refined demand, no import.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7.52%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286 EUR/MWh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4297680"/>
            <a:ext cx="4206240" cy="2057400"/>
          </a:xfrm>
          <a:prstGeom prst="roundRect">
            <a:avLst/>
          </a:prstGeom>
          <a:solidFill>
            <a:srgbClr val="F2F3EF"/>
          </a:solidFill>
          <a:ln w="19050">
            <a:solidFill>
              <a:srgbClr val="3A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ctr"/>
          <a:lstStyle/>
          <a:p>
            <a:pPr algn="ctr"/>
            <a:r>
              <a:rPr sz="1500" b="1">
                <a:solidFill>
                  <a:srgbClr val="3A6B47"/>
                </a:solidFill>
              </a:rPr>
              <a:t>V2, with-import  (FINAL)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Refined demand + import,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calibrated. Ceiling: 30,000 MW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Shortage hours: 0.03%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Mean price: 57 EUR/MWh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Closest to Brainpool's real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41816"/>
                </a:solidFill>
              </a:rPr>
              <a:t>forecast of 68 EUR/MWh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1: Data Sources &amp; Gap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4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5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How it was resolved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Outages / must-run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AMIRIS's own validated historical (2015-2019) data, redated to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Wind offshore profile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AMIRIS's own data, cross-checked against renewables.ninja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Renewable subsidy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Researched from real EEG / BNetzA auction sources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Battery storage duration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Researched from MaStR (Marktstammdatenregister) project data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Cross-border trade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Initially assumed zero; built as a separate variant later (Phase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1F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rtlCol="0" anchor="ctr"/>
          <a:lstStyle/>
          <a:p>
            <a:pPr algn="ctr"/>
            <a:r>
              <a:rPr sz="1300" b="1">
                <a:solidFill>
                  <a:srgbClr val="1F3A4D"/>
                </a:solidFill>
              </a:rPr>
              <a:t>Every input traced to one of four labels:</a:t>
            </a:r>
          </a:p>
          <a:p>
            <a:r>
              <a:rPr sz="1200" i="1">
                <a:solidFill>
                  <a:srgbClr val="555B58"/>
                </a:solidFill>
              </a:rPr>
              <a:t>Brainpool (direct) / Brainpool (converted) / AMIRIS's own validated data / real external research - kept consistent through the whole build for auditability.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4D"/>
                </a:solidFill>
                <a:latin typeface="Calibri"/>
              </a:rPr>
              <a:t>Phase 2: Initial Build (V1) 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chart_v1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0076"/>
            <a:ext cx="7863840" cy="42893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463040"/>
            <a:ext cx="3200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This is a price DURATION CURVE: every hour of the year, sorted from most to least expensive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The flat plateau at 3,000 EUR/MWh is AMIRIS's shortage ceiling - the price it assigns whenever the market can't fully meet demand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1,391 of 8,760 hours (15.88%) sit on that plateau</a:t>
            </a:r>
          </a:p>
          <a:p>
            <a:pPr>
              <a:spcAft>
                <a:spcPts val="1000"/>
              </a:spcAft>
            </a:pPr>
            <a:r>
              <a:rPr sz="1350">
                <a:solidFill>
                  <a:srgbClr val="141816"/>
                </a:solidFill>
                <a:latin typeface="Calibri"/>
              </a:rPr>
              <a:t>•  This is what "shortage pricing hit 15.9% of the year" actually looks like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4D"/>
                </a:solidFill>
                <a:latin typeface="Calibri"/>
              </a:rPr>
              <a:t>Phase </a:t>
            </a:r>
            <a:r>
              <a:rPr lang="en-US" sz="2800" b="1" dirty="0">
                <a:solidFill>
                  <a:srgbClr val="1F3A4D"/>
                </a:solidFill>
                <a:latin typeface="Calibri"/>
              </a:rPr>
              <a:t>3</a:t>
            </a:r>
            <a:r>
              <a:rPr sz="2800" b="1" dirty="0">
                <a:solidFill>
                  <a:srgbClr val="1F3A4D"/>
                </a:solidFill>
                <a:latin typeface="Calibri"/>
              </a:rPr>
              <a:t>: Refining the Demand Model (V1 -&gt; V2)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chart_v1_v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1302"/>
            <a:ext cx="11064240" cy="42554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F3A4D"/>
                </a:solidFill>
                <a:latin typeface="Calibri"/>
              </a:rPr>
              <a:t>Phase </a:t>
            </a:r>
            <a:r>
              <a:rPr lang="en-US" sz="2800" b="1" dirty="0">
                <a:solidFill>
                  <a:srgbClr val="1F3A4D"/>
                </a:solidFill>
                <a:latin typeface="Calibri"/>
              </a:rPr>
              <a:t>4</a:t>
            </a:r>
            <a:r>
              <a:rPr sz="2800" b="1" dirty="0">
                <a:solidFill>
                  <a:srgbClr val="1F3A4D"/>
                </a:solidFill>
                <a:latin typeface="Calibri"/>
              </a:rPr>
              <a:t>: Adding Cross-Border Imports (First Attempt)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chart_import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1320"/>
            <a:ext cx="6949440" cy="4246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Both demand versions got an ImportTrader offering Brainpool's 43.90 TWh net-import figure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Priced at real 2023 French day-ahead prices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Helped reduce shortage hours further - but only a small fraction of the offered volume ever actually cleared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V1: 28% cleared. V2: only 17% cleared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41816"/>
                </a:solidFill>
                <a:latin typeface="Calibri"/>
              </a:rPr>
              <a:t>•  At the time, this was reported as a market-clearing finding, not yet identified as something broken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6: Comparing Against Brainpool's Real 2027 Price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miris_brainpool_2027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55" y="1234440"/>
            <a:ext cx="9517626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The Gap Was Not What It Looked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7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3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3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1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AMIRIS 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Brainpool mean price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V1, no-import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519.02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68.04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7.6x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V2, with-import (original)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219.81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68.04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3.2x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108960"/>
            <a:ext cx="10698480" cy="128016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1F3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rtlCol="0" anchor="ctr"/>
          <a:lstStyle/>
          <a:p>
            <a:pPr algn="ctr"/>
            <a:r>
              <a:rPr sz="1300" b="1">
                <a:solidFill>
                  <a:srgbClr val="1F3A4D"/>
                </a:solidFill>
              </a:rPr>
              <a:t>The "average salary" problem:</a:t>
            </a:r>
          </a:p>
          <a:p>
            <a:r>
              <a:rPr sz="1200" i="1">
                <a:solidFill>
                  <a:srgbClr val="555B58"/>
                </a:solidFill>
              </a:rPr>
              <a:t>A small number of extreme shortage hours (priced at 3,000 EUR/MWh) drag the whole-year average up - just like one very high salary skewing a company's average pay. It doesn't mean everyone earns that much.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146304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3A6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rtlCol="0" anchor="ctr"/>
          <a:lstStyle/>
          <a:p>
            <a:pPr algn="ctr"/>
            <a:r>
              <a:rPr sz="1300" b="1">
                <a:solidFill>
                  <a:srgbClr val="3A6B47"/>
                </a:solidFill>
              </a:rPr>
              <a:t>Excluding those hours, the picture flips:</a:t>
            </a:r>
          </a:p>
          <a:p>
            <a:r>
              <a:rPr sz="1200" i="1">
                <a:solidFill>
                  <a:srgbClr val="555B58"/>
                </a:solidFill>
              </a:rPr>
              <a:t>V2's price level on ordinary (non-shortage) hours was already close to Brainpool's - mean of 64.76 EUR/MWh vs. Brainpool's 68.04, a gap of well under 1 EUR/MWh (bias -0.39). The disagreement was never really about price level - it was about how often the model thought Germany ran short of supply.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Phase 8: The Fix - Decouple Imports from Historical Timing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Replace the shaped, often-zero import series with a FLAT, constant hourly ceiling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No historical timing pattern involved at all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The real French price series still decides, hour by hour, how much actually clears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41816"/>
                </a:solidFill>
                <a:latin typeface="Calibri"/>
              </a:rPr>
              <a:t>•  No annual import total is pre-targeted - the realized volume is a genuine market outcome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1371600"/>
          </a:xfrm>
          <a:prstGeom prst="roundRect">
            <a:avLst/>
          </a:prstGeom>
          <a:solidFill>
            <a:srgbClr val="F2F3EF"/>
          </a:solidFill>
          <a:ln w="15875">
            <a:solidFill>
              <a:srgbClr val="A56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rtlCol="0" anchor="ctr"/>
          <a:lstStyle/>
          <a:p>
            <a:pPr algn="ctr"/>
            <a:r>
              <a:rPr sz="1300" b="1">
                <a:solidFill>
                  <a:srgbClr val="A5691F"/>
                </a:solidFill>
              </a:rPr>
              <a:t>First pass: flat 37,649.98 MW (the real observed 2023 peak import hour)</a:t>
            </a:r>
          </a:p>
          <a:p>
            <a:r>
              <a:rPr sz="1200" i="1">
                <a:solidFill>
                  <a:srgbClr val="555B58"/>
                </a:solidFill>
              </a:rPr>
              <a:t>Eliminated V2's shortage hours completely (0.00%) - but overshot Brainpool's average price (bias -12.59 EUR/MWh). The ceiling was generous enough to also flood many ordinary hours with cheap import.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Calibrating the Ceiling: a Real Trade-Off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chart_calibration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6875"/>
            <a:ext cx="11430000" cy="48357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Bias Alone Would Have Picked the Wrong Ceiling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20,000 MW looks best on bias (+0.82, nearly zero)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But bias can hide a lot: positive and negative hourly errors cancel out even when the underlying tracking is poor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MAE (which doesn't let errors cancel) and correlation both say the SMALLER ceilings are actually LESS reliable hour to hour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41816"/>
                </a:solidFill>
                <a:latin typeface="Calibri"/>
              </a:rPr>
              <a:t>•  30,000 MW chosen for V2: MAE and correlation nearly match the most generous ceiling, shortage hours are essentially eliminated, and bias is meaningfully improved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572000"/>
          <a:ext cx="106984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1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Ceiling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Shortage hrs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Correlation</a:t>
                      </a:r>
                    </a:p>
                  </a:txBody>
                  <a:tcPr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20,000 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+0.82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44.31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25,000 MW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0.15%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-6.61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38.48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0.308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30,000 MW (chosen)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-10.70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35.95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37,650 MW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-12.59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35.83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816"/>
                          </a:solidFill>
                        </a:defRPr>
                      </a:pPr>
                      <a:r>
                        <a:t>0.549</a:t>
                      </a:r>
                    </a:p>
                  </a:txBody>
                  <a:tcPr>
                    <a:solidFill>
                      <a:srgbClr val="F2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A Further Finding: V1 and V2 Need Different Ceilings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chart_ceiling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09728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Where Things Stand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ppt_chart_final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45474"/>
            <a:ext cx="11430000" cy="4898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3A4D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3175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1051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dirty="0">
                <a:solidFill>
                  <a:srgbClr val="141816"/>
                </a:solidFill>
                <a:latin typeface="Calibri"/>
              </a:rPr>
              <a:t>•  Validate out-of-sample: build Germany2028 the same way, apply the same calibrated import approach WITHOUT re-tuning it, and check the fit against </a:t>
            </a:r>
            <a:r>
              <a:rPr sz="1800" dirty="0" err="1">
                <a:solidFill>
                  <a:srgbClr val="141816"/>
                </a:solidFill>
                <a:latin typeface="Calibri"/>
              </a:rPr>
              <a:t>Brainpool's</a:t>
            </a:r>
            <a:r>
              <a:rPr sz="1800" dirty="0">
                <a:solidFill>
                  <a:srgbClr val="141816"/>
                </a:solidFill>
                <a:latin typeface="Calibri"/>
              </a:rPr>
              <a:t> real 2028 price</a:t>
            </a:r>
            <a:endParaRPr lang="en-US" sz="1800" dirty="0">
              <a:solidFill>
                <a:srgbClr val="141816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800" dirty="0">
                <a:solidFill>
                  <a:srgbClr val="141816"/>
                </a:solidFill>
                <a:latin typeface="Calibri"/>
              </a:rPr>
              <a:t>•  Build the with-import variant as a completed comparison set for both demand versions vs. </a:t>
            </a:r>
            <a:r>
              <a:rPr sz="1800" dirty="0" err="1">
                <a:solidFill>
                  <a:srgbClr val="141816"/>
                </a:solidFill>
                <a:latin typeface="Calibri"/>
              </a:rPr>
              <a:t>Brainpool</a:t>
            </a:r>
            <a:endParaRPr sz="1800" dirty="0">
              <a:solidFill>
                <a:srgbClr val="14181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555B58"/>
                </a:solidFill>
              </a:rPr>
              <a:t>AMIRIS Germany2027 Progress  |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sz="1800">
                <a:solidFill>
                  <a:srgbClr val="C9D6DE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1862</TotalTime>
  <Words>1181</Words>
  <Application>Microsoft Office PowerPoint</Application>
  <PresentationFormat>Widescreen</PresentationFormat>
  <Paragraphs>152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MUIDEEN AJIBOYE</dc:creator>
  <cp:keywords/>
  <dc:description>generated using python-pptx</dc:description>
  <cp:lastModifiedBy>MUIDEEN AJIBOYE</cp:lastModifiedBy>
  <cp:revision>2</cp:revision>
  <dcterms:created xsi:type="dcterms:W3CDTF">2013-01-27T09:14:16Z</dcterms:created>
  <dcterms:modified xsi:type="dcterms:W3CDTF">2026-08-26T19:08:44Z</dcterms:modified>
  <cp:category/>
</cp:coreProperties>
</file>