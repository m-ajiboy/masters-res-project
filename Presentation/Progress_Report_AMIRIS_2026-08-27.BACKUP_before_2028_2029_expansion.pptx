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1346" y="1139559"/>
            <a:ext cx="111920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GB" sz="3600" dirty="0">
                <a:solidFill>
                  <a:srgbClr val="FFFFFF"/>
                </a:solidFill>
              </a:rPr>
              <a:t>From Commercial to Open-Source: Evaluating AMIRIS as a Cost-Free Alternative to Energy </a:t>
            </a:r>
            <a:r>
              <a:rPr lang="en-GB" sz="3600" dirty="0" err="1">
                <a:solidFill>
                  <a:srgbClr val="FFFFFF"/>
                </a:solidFill>
              </a:rPr>
              <a:t>Brainpool</a:t>
            </a:r>
            <a:r>
              <a:rPr lang="en-GB" sz="3600" dirty="0">
                <a:solidFill>
                  <a:srgbClr val="FFFFFF"/>
                </a:solidFill>
              </a:rPr>
              <a:t> for Electricity Price Forecasting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Supervisor: Rohith Krishnan Bala Krishnan</a:t>
            </a:r>
          </a:p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Presented by: Muideen Oladayo Ajiboye (471583)</a:t>
            </a:r>
          </a:p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Date: 27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Tasks from the last meeting - status update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What we've done since: building, testing, and validating the Germany 2027 model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Where things stand now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AEBD7"/>
                </a:solidFill>
              </a:defRPr>
            </a:pPr>
            <a:r>
              <a:t>PART 1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Tasks From the Last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Three Tasks From Last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1.  Submit the filled thesis form for endorsement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2.  Load profile comparisons - AMIRIS vs. our different model versions, with charts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3.  </a:t>
            </a:r>
            <a:r>
              <a:rPr lang="en-US" dirty="0"/>
              <a:t>Use </a:t>
            </a:r>
            <a:r>
              <a:rPr dirty="0"/>
              <a:t>the 2009 renewable weather profiles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1: Thesis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Administrative item - status to confirm at this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2: Load Profile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6</a:t>
            </a:r>
          </a:p>
        </p:txBody>
      </p:sp>
      <p:pic>
        <p:nvPicPr>
          <p:cNvPr id="4" name="Picture 3" descr="amiris_v1_v2_loa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927" y="1188720"/>
            <a:ext cx="605166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AMIRIS's own reference profile vs. V1 (single household-shape demand) vs. V2 (component-split demand)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2: What the Comparison Showed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V1 (one shape for all demand): peak too high, unrealistic evening spike</a:t>
            </a:r>
          </a:p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V2 (split into 4 real components): much closer to AMIRIS's own real reference shape</a:t>
            </a:r>
          </a:p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This finding directly motivated switching the whole project to V2</a:t>
            </a:r>
          </a:p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V2 became the foundation for everything that followed</a:t>
            </a:r>
          </a:p>
        </p:txBody>
      </p:sp>
      <p:pic>
        <p:nvPicPr>
          <p:cNvPr id="5" name="Picture 4" descr="amiris_v1_v2_loa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05494"/>
            <a:ext cx="5943600" cy="4669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3: 2009 Renewable Weather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8</a:t>
            </a:r>
          </a:p>
        </p:txBody>
      </p:sp>
      <p:pic>
        <p:nvPicPr>
          <p:cNvPr id="4" name="Picture 3" descr="renewable_profile_2009_vs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02" y="1188720"/>
            <a:ext cx="5094514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Real 2009 weather (renewables.ninja) vs. our original profiles - one week detail + full-year duration curves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3: 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</a:t>
            </a:r>
            <a:r>
              <a:rPr dirty="0" err="1"/>
              <a:t>Brainpool's</a:t>
            </a:r>
            <a:r>
              <a:rPr dirty="0"/>
              <a:t> forecast is built on real 2009 weather - confirmed directly from their published methodology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Rebuilt wind &amp; solar using real 2009 weather data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rPr dirty="0"/>
              <a:t>‒  Onshore wind and solar: strongly correlated with our original profiles (r = 0.90 and 0.97)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rPr dirty="0"/>
              <a:t>‒  Offshore wind: no real correlation (r = 0.01) - a genuine, separate gap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This 2009 weather basis was later reused for heat-pump temperature too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AEBD7"/>
                </a:solidFill>
              </a:defRPr>
            </a:pPr>
            <a:r>
              <a:t>PART 2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What We've Done Since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a full AMIRIS model of Germany's 2027 electricity market, from Brainpool's real input data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Compared it hour-by-hour against Brainpool's own real 2027 price forecast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Diagnosed and fixed the gap, one verified step at a time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Tested whether the fixes hold up on years we never tuned for (2028, 2029)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and fixed a genuine bug along the 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Building the Model (V1 -&gt; 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V1: one household-shaped demand curve for all of Germany's electricity use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V2: split demand into 4 real components - base load, heat pumps, electrolysis, e-mobility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Each component shaped using the real data suited to it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Result: shortage hours (the model 'running out of power') fell from 15.9% to 7.5% of the 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Fixing the Import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ppt_chart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88720"/>
            <a:ext cx="51206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Diagnosed directly: 64% of shortage hours had ZERO import available - import timing was copied from an unrelated 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Verifying Our Assumptions Against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Rather than assume, we checked Brainpool's real published methodology directly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Confirmed: 2009 weather year - correct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Confirmed: Brainpool's real model covers ~30 European countries with price coupling, not one neighbour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Rebuilt our import price as a blend of 11 real neighbouring countries instead of France alone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Result: a small, genuine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Making Demand "Smart"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Hydrogen production (electrolysis) and EV charging used to draw power flat, every hour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Rebuilt both as price-responsive: they now choose WHEN to draw power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Verified directly: both shift toward cheap and negative-price hours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EV charging result: shortage hours reached ZERO for the first time this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Correlation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16</a:t>
            </a:r>
          </a:p>
        </p:txBody>
      </p:sp>
      <p:pic>
        <p:nvPicPr>
          <p:cNvPr id="4" name="Picture 3" descr="chart_correlation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88720"/>
            <a:ext cx="95097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How closely AMIRIS tracks Brainpool's real 2027 price, step by step, from initial calibration to the final fix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Testing Years We Never Tuned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17</a:t>
            </a:r>
          </a:p>
        </p:txBody>
      </p:sp>
      <p:pic>
        <p:nvPicPr>
          <p:cNvPr id="4" name="Picture 3" descr="chart_outofsampl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88720"/>
            <a:ext cx="95097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Built 2028 and 2029 the same way as 2027, with zero re-tuning, using Brainpool's newly-supplied multi-year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Genuine Bug, Found and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34440"/>
            <a:ext cx="111556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Checking WHERE 2028/2029 disagreed with </a:t>
            </a:r>
            <a:r>
              <a:rPr dirty="0" err="1"/>
              <a:t>Brainpool</a:t>
            </a:r>
            <a:r>
              <a:rPr dirty="0"/>
              <a:t> most revealed a real calendar bug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Our demand shape borrows a real year's usage pattern (2016) and trims it to fit the target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The trimming method silently misaligned the days of the week for 84% of the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Clean result: both 2027 and 2029 improved on accuracy AND average error, with no downside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Where We Stand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Shortage hours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vs. Brainpool's real 68.04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V1, no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15.88%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519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7.6x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V1, final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0.83%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75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almost exact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V2, no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286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4.2x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V2, final (all fixes)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0.02%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56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close, slightly below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Overall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20</a:t>
            </a:r>
          </a:p>
        </p:txBody>
      </p:sp>
      <p:pic>
        <p:nvPicPr>
          <p:cNvPr id="4" name="Picture 3" descr="chart_overall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6" y="1188720"/>
            <a:ext cx="1123880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From wildly divergent (7.6x too high, 16% shortage hours) to close to Brainpool's real forecast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Decide whether to pursue a full cross-border export model (a large undertaking) - the midday-price gap is the main remaining issue and needs this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Consider whether to update the shortage price (3,000 EUR/MWh) to reflect today's real EU cap (5,000 EUR/MWh)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Investigate WHY the import ceiling behaves differently across years - a real, still-unexplained pattern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Continue folding all findings into the formal thesis documentation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954</Words>
  <Application>Microsoft Office PowerPoint</Application>
  <PresentationFormat>Widescreen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MUIDEEN AJIBOYE</cp:lastModifiedBy>
  <cp:revision>2</cp:revision>
  <dcterms:created xsi:type="dcterms:W3CDTF">2013-01-27T09:14:16Z</dcterms:created>
  <dcterms:modified xsi:type="dcterms:W3CDTF">2026-08-26T22:32:27Z</dcterms:modified>
  <cp:category/>
</cp:coreProperties>
</file>