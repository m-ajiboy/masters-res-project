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06" r:id="rId56"/>
    <p:sldId id="307" r:id="rId5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0" Type="http://schemas.openxmlformats.org/officeDocument/2006/relationships/slide" Target="slides/slide47.xml"/><Relationship Id="rId21" Type="http://schemas.openxmlformats.org/officeDocument/2006/relationships/slide" Target="slides/slide48.xml"/><Relationship Id="rId22" Type="http://schemas.openxmlformats.org/officeDocument/2006/relationships/slide" Target="slides/slide49.xml"/><Relationship Id="rId23" Type="http://schemas.openxmlformats.org/officeDocument/2006/relationships/slide" Target="slides/slide50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51.xml"/><Relationship Id="rId57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31346" y="1139559"/>
            <a:ext cx="111920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AMIRIS Progress Update</a:t>
            </a:r>
            <a:endParaRPr dirty="0"/>
          </a:p>
          <a:p>
            <a:pPr>
              <a:defRPr sz="2000" i="1">
                <a:solidFill>
                  <a:srgbClr val="C8D2DA"/>
                </a:solidFill>
              </a:defRPr>
            </a:pPr>
            <a:r>
              <a:t>What's Changed Since the 27 August Supervisor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D2D9DF"/>
                </a:solidFill>
              </a:defRPr>
            </a:pPr>
            <a:r>
              <a:t>Supervisor: Rohith Krishnan Bala Krishnan</a:t>
            </a:r>
          </a:p>
          <a:p>
            <a:pPr>
              <a:spcAft>
                <a:spcPts val="600"/>
              </a:spcAft>
              <a:defRPr sz="1600">
                <a:solidFill>
                  <a:srgbClr val="D2D9DF"/>
                </a:solidFill>
              </a:defRPr>
            </a:pPr>
            <a:r>
              <a:t>Presented by: Muideen Oladayo Ajiboye (471583)</a:t>
            </a:r>
          </a:p>
          <a:p>
            <a:pPr>
              <a:spcAft>
                <a:spcPts val="600"/>
              </a:spcAft>
              <a:defRPr sz="1600">
                <a:solidFill>
                  <a:srgbClr val="D2D9DF"/>
                </a:solidFill>
              </a:defRPr>
            </a:pPr>
            <a:r>
              <a:t>Date: 7 September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Out-of-Sample Testing: What We Found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Using Brainpool's newly-supplied 2027-2029 data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Germany 2028 and 2029 the exact same way as 2027 - zero re-tuning of any setting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Goal: does the model still work on years it wasn't built for?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Price LEVEL held up well in both new years (average price, average error stayed close)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But hour-to-hour matching quality dropped the further from 2027:</a:t>
            </a:r>
          </a:p>
          <a:p>
            <a:pPr>
              <a:spcAft>
                <a:spcPts val="600"/>
              </a:spcAft>
              <a:defRPr sz="1600" b="0">
                <a:solidFill>
                  <a:srgbClr val="5A605C"/>
                </a:solidFill>
              </a:defRPr>
            </a:pPr>
            <a:r>
              <a:t>‒  2027 (tuned for): r = 0.647</a:t>
            </a:r>
          </a:p>
          <a:p>
            <a:pPr>
              <a:spcAft>
                <a:spcPts val="600"/>
              </a:spcAft>
              <a:defRPr sz="1600" b="0">
                <a:solidFill>
                  <a:srgbClr val="5A605C"/>
                </a:solidFill>
              </a:defRPr>
            </a:pPr>
            <a:r>
              <a:t>‒  2028 (never tuned for): r = 0.446</a:t>
            </a:r>
          </a:p>
          <a:p>
            <a:pPr>
              <a:spcAft>
                <a:spcPts val="600"/>
              </a:spcAft>
              <a:defRPr sz="1600" b="0">
                <a:solidFill>
                  <a:srgbClr val="5A605C"/>
                </a:solidFill>
              </a:defRPr>
            </a:pPr>
            <a:r>
              <a:t>‒  2029 (never tuned for): r = 0.349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This gap became the focus of the next round of investigation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How We Found the Cause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5</a:t>
            </a:r>
          </a:p>
        </p:txBody>
      </p:sp>
      <p:pic>
        <p:nvPicPr>
          <p:cNvPr id="4" name="Picture 3" descr="chart_weekday_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721" y="1188720"/>
            <a:ext cx="8436077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Real electricity demand should be highest on weekdays, lowest on Sunday - our model's 2029 demand had this backwards on two days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Root Cause: A Hidden Calendar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demand shape borrows a real year's usage pattern (2016) and trims it to fit the target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2016 has one extra day (leap year) that must be removed to fit a normal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extra day removed was February 29th - sitting in the MIDDLE of the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Removing a day from the middle silently shifts every day after it by one weekday, for the rest of the year (10 of 12 months)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This bug had been present in our main 2027 model since it was first built - only found now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fix: remove December 31st instead - it sits at the END of the year, so nothing after it is disturbed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Result: A Clean, Genuine Improvement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Both accuracy AND average error improved together, with almost no downside - a genuine bug fix, not a trade-off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78992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108960"/>
                <a:gridCol w="3108960"/>
              </a:tblGrid>
              <a:tr h="548639"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Correlation - before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0.647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0.349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Correlation - after fix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0.446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Average error - before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28.19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29.59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Average error - after fix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26.91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29.14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48644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220"/>
                          </a:solidFill>
                        </a:defRPr>
                      </a:pPr>
                      <a:r>
                        <a:t>Improvement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3A6B47"/>
                          </a:solidFill>
                        </a:defRPr>
                      </a:pPr>
                      <a:r>
                        <a:t>Both up together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3A6B47"/>
                          </a:solidFill>
                        </a:defRPr>
                      </a:pPr>
                      <a:r>
                        <a:t>Both up together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 Cheaper Idea First: Can We Just Cap How Negative Price Goes?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supervisor-suggested quick test, before the bigger 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Before committing to the much bigger cross-border export/market-coupling build, tested a smaller idea first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model reports very negative prices in summer (too much solar/wind) far more often than Brainpool's real forecast does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Question: what if we simply limited how negative AMIRIS is allowed to report a price - would that alone close some of the correlation gap?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First step: check whether this is even something we can configure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What We Found: The Floor Already Exists - Inside AMIRIS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Opened up AMIRIS's actual underlying program (not just our settings file) to check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 AMIRIS already has a hard limit: -500 EUR/MWh, built directly into the program's core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This isn't arbitrary - it matches the real limit used by Europe's actual electricity exchanges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It is NOT something we can change from our scenario settings - changing it means editing and rebuilding AMIRIS's own program, a much bigger step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So a smaller, faster test was run first: adjust the REPORTED price after the fact, purely to see if a different limit was even worth the bigger effort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Testing Every Floor From -500 to +100 EUR/MWh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10</a:t>
            </a:r>
          </a:p>
        </p:txBody>
      </p:sp>
      <p:pic>
        <p:nvPicPr>
          <p:cNvPr id="4" name="Picture 3" descr="floor_sweep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60" y="1188720"/>
            <a:ext cx="8352598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Top: match quality (correlation) barely moves across most of the range, then gets worse. Bottom: average price gap improves toward the floor, then overshoots badly past about +30.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Result: Confirmed Dead End - Including the Suggested +10 EUR/MWh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Match-quality score (correlation) for each cap tested - higher is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57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4723"/>
                <a:gridCol w="2298878"/>
                <a:gridCol w="2298878"/>
                <a:gridCol w="229887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Current model (no cap)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0.394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0.475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Best negative cap found (-50)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0.515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0.396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0.475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Cap at +10 EUR/MWh (tested directly)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0.461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E2220"/>
                          </a:solidFill>
                        </a:defRPr>
                      </a:pPr>
                      <a:r>
                        <a:t>Cap at +100 EUR/MWh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963C28"/>
                          </a:solidFill>
                        </a:defRPr>
                      </a:pPr>
                      <a:r>
                        <a:t>0.096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963C28"/>
                          </a:solidFill>
                        </a:defRPr>
                      </a:pPr>
                      <a:r>
                        <a:t>0.100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963C28"/>
                          </a:solidFill>
                        </a:defRPr>
                      </a:pPr>
                      <a:r>
                        <a:t>0.396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069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No cap value, in either direction, improves match quality - a real, capped result at +10 makes it clearly worse. Confirmed: the bigger cross-border export/market-coupling build remains the most promising next step.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 Follow-Up Idea: Give Power Plants a Real Start-Up Cost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genuine mechanism this time, not a cosmetic 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model goes negative far more often than Brainpool's real forecast (18-20% of hours vs. under 1%)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Idea: real power plants incur a real cost to shut down and restart - so they sometimes prefer to keep running even at a negative price, rather than switch off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model currently gives every plant a shut-down/restart cost of exactly zero - no real reason to avoid shutting off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Unlike the price-cap idea, this is a genuine real-world mechanism, not an artificial adjustment - worth testing properly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What We Did: Sourced a Real Number, Built a Real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 a real, peer-reviewed study on actual power plant start-up costs (Nature Energy, 2017)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Real figures: about EUR50,000-70,000 per start for a large coal/lignite plant, EUR60,000 for a gas plant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Converted these into our model's units and applied them to every plant type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this as its own separate model version and ran a full, real simulation - not a shortcut estimate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Result: Zero Difference - a Cleaner Dead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963C28"/>
                </a:solidFill>
              </a:defRPr>
            </a:pPr>
            <a:r>
              <a:t>0 of 8,760 hours</a:t>
            </a:r>
          </a:p>
          <a:p>
            <a:pPr algn="ctr">
              <a:defRPr sz="1600" i="1">
                <a:solidFill>
                  <a:srgbClr val="5A605C"/>
                </a:solidFill>
              </a:defRPr>
            </a:pPr>
            <a:r>
              <a:t>changed price, even by a single 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0"/>
            <a:ext cx="11155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new setting made literally no difference to the result, at any point in the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Investigated why: the number IS calculated inside the program, but that calculation is never actually connected to the price the plant offers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So this isn't a trade-off to weigh, like the price cap was - the switch simply isn't wired to anything in our version of the model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Confirms: the cross-border export/market-coupling build remains the most promising next step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One More Follow-Up: Does Lignite's Bidding Behaviour Matter?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genuine, working mechanism - confirmed before testing this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Opened up the actual bidding formula this time (learned from the last dead end) - and confirmed this one IS connected to price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model lets lignite plants bid as low as -60 EUR/MWh below their true cost - by far the widest allowance of any fuel type (gas: -10, coal: -15)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Question: does narrowing this allowance reduce how often our model goes negative?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No published real-world figure exists for this setting, so anchored the test to a real target instead: Germany's actual negative-price frequency (3-5%) vs. our model's 18%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Result: Tested 4 Values - a Real Effect, But Not Where It Counts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6,218 of 8,760 hours changed price - a real, working effect, unlike the last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017520"/>
                <a:gridCol w="27432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minMarkup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Match Quality</a:t>
                      </a:r>
                    </a:p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(trustworthy)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Avg. Price Gap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Negative Hours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-60 (current)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-11.86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-40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0.672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-11.34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16.7%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0.671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-10.21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0.672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-10.16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16.8%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069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The average price gap and how often we go negative both improve a little as the setting narrows - real, modest gains. But match quality (our trustworthy score) barely moves at all, staying flat across every value tested.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Why We're Not Adopting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A real, working lever this time - unlike the last test, changing this setting genuinely changes thousands of hours' prices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Small, real, consistent wins on secondary measures (average price gap, how often we go negative)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But on our main trustworthy match-quality score, there is no real improvement at any value tested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A separate, simpler-looking 'headline' score DID jump around a lot - but not consistently, confirming it was a coincidence of a few specific hours, not genuine improvement (the same trap we've caught before in this project)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Conclusion: confirmed as a real but limited lever. Cross-border export/market-coupling remains the one significant untested option left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Big Idea: A Real Two-Way Trading Partner for Germany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Moving from the small experiments to the one big remaining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Every smaller idea we tested (price cap, start-up cost, bidding floor) came up empty or too limited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one big lever left untested: let the model properly BUY AND SELL power across the border, not just buy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AMIRIS has a real, working template for exactly this - a second market 'zone' connected to Germany's own, trading both ways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Plan: source real data first, build a first working version, then refine it step by step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Sourcing Real Data From Scratch for a 'Rest of Europe' Zone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Nothing invented - every number traced to a real 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Needed: how much power the rest of Europe uses, what it's generated from, and how much can physically flow across the border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Pulled real 2023 figures (demand, power plant types) for Germany's 10 real neighbouring countries from Eurostat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Pulled real weather-driven wind/solar output the same way we did for Germany's own model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Hit a real multi-day outage on Europe's official cross-border data platform partway through - worked around it with an alternative real source, then went back and finished the job once it recovered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First Working Two-Way Market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real improvement in one measure, a real cost in another - both honestly reported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59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7645"/>
                <a:gridCol w="3246857"/>
                <a:gridCol w="3246857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Before (import-only)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First working version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 (trustworthy score)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-11.86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-30.39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063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Match quality genuinely improved. But the average price moved further from real - explained by a placeholder guess for how much power can flow across the border, and the other side having no storage/flexibility of its own yet.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Real Border Data Replaces the Guess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Turning a placeholder into a real, sourced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European data platform came back online - immediately used it to replace the placeholder guess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Pulled real, hour-by-hour cross-border flow data for all of Germany's real neighbouring borders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Used that real data to set a genuine, grounded limit on how much power can flow - not a guess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Result: confirmed the match-quality improvement was real, not just luck from an oversized placeholder guess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Adding Real Storage: Our Best Result Yet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Real storage and real subsidies on both sides of the border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3A6B47"/>
                </a:solidFill>
              </a:defRPr>
            </a:pPr>
            <a:r>
              <a:t>Average price within 60 cents</a:t>
            </a:r>
          </a:p>
          <a:p>
            <a:pPr algn="ctr">
              <a:defRPr sz="1600" i="1">
                <a:solidFill>
                  <a:srgbClr val="5A605C"/>
                </a:solidFill>
              </a:defRPr>
            </a:pPr>
            <a:r>
              <a:t>of the real figure - the closest match this entire project has produced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0"/>
            <a:ext cx="11155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Gave the 'Rest of Europe' side its own real storage (battery-style + reservoir hydro), the same way Germany already has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Gave it real subsidy treatment too, instead of a placeholder zero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Checked directly that the new storage is actually doing real work, not just sitting there unused - confirmed it is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Match quality also stayed strong - a genuine, all-round best result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Does It Hold Up in Other Years? Testing 2028 and 2029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The same build, tested on years we never tuned it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5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38656"/>
                <a:gridCol w="3071351"/>
                <a:gridCol w="3071351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quality: before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quality: with two-way trading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0.718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0.752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gap: with two-way trading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+6.19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+26.85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Match quality improved strongly in both years, confirming it isn't a one-year fluke. But the average price gap looked concerning for 2029 - investigated further on the next slide.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Real Story: Excellent on Ordinary Days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follow-up question corrected a misleading headline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That '+26.85' number looked like a real step backwards - checked it properly rather than taking it at face value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Found: 88% of that gap comes from just a handful of extreme 'ran out of power' hours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On ordinary days (99%+ of the year), all three years - 2027, 2028, 2029 - are excellent and remarkably consistent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real, narrower issue: those extreme hours are becoming more frequent the further we get from our home year (2027)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Chasing That Gap: Two Honest Dead Ends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Two well-reasoned ideas, tested properly, both honestly ruled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Idea 1: scale up the border capacity to keep pace with Germany's own growth - tested directly, did not fix it, made one year worse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Idea 2: check a specific setting inside AMIRIS's own coupling engine - opened up the real program code and found that setting was already unlimited, not the cause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 one real, unexplained clue instead: Germany's import during these rare hours stays suspiciously flat no matter how much extra capacity is available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Getting to the exact cause would need to edit and rebuild AMIRIS's own program - a bigger step, not yet taken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Where This Leaves Us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The real, current state of the two-way trading model across all three years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5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80509"/>
                <a:gridCol w="2266950"/>
                <a:gridCol w="2266950"/>
                <a:gridCol w="226695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 (with two-way trading)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gap, ordinary days only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-0.59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+1.08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+3.21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Rare extreme hours (target: near zero)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Strong, consistent match quality and excellent ordinary-day accuracy across all three years - the core result stands. The one real, still-open gap is the rising frequency of extreme hours the further a year is from 2027.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One More Lead: Could the Other Side's Own Storage Explain the Gap?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real, testable idea - checked and ruled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one open thread from before: a small number of extreme hours where Germany imports less than it could, even with spare capacity available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Tested directly using data already on hand: is the rest of Europe's own storage running physically empty during those hours?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Checked both battery-style storage and reservoir hydro on the other side of the border - neither ever comes close to its own physical limit, in either year tested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Rules out 'the other side simply has nothing left to give' - strengthens the case that the real limiter is inside the model's own internal trading logic, not a real-world capacity constraint anywhere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Pushing Further: Replacing the Combined Zone With a Real Named Country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Testing whether more realism helps, or whether the combined approach was already the right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Everything so far treated 'the rest of Europe' as one combined stand-in - the next real question: does splitting out a real neighbour by name do any better?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Chose France as the test case: the largest single economy involved, and the one country with enough real, already-sourced data to build immediately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it properly: France's own real power plants, real demand, real weather-driven renewables, and a real border link to Germany - not a shortcut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Result: A Real Step Backward - With a Clear, Understood Reason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Splitting France out on its own made things worse, not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59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5025"/>
                <a:gridCol w="3248167"/>
                <a:gridCol w="3248167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Combined zone (best result)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France split out separately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'Ran out of power'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 on ordinary days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-2.90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+9.65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063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Real, checked reason: France's own huge nuclear fleet used to help keep the WHOLE combined pool well-supplied. Pulled out on its own, the remaining combined zone lost that cushion and became genuinely short more often - while France's own surplus, now only linked directly to Germany by a narrow border, couldn't reach the rest of Europe to help there either.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Going All the Way: All 10 Real Neighbouring Countries at Once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genuine engineering problem, found, diagnosed, and fixed along the 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Since one real country made things worse for a clear, understood reason, the natural next test: does the SAME problem get worse - or does something different happen - once every real neighbour is split out?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all 10 real countries as their own separate zones - the largest build of the whole project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Hit a genuine, hard technical bug along the way: the model's own dispatch engine broke down for one specific country (Denmark) - traced directly to Denmark's real hydro power being far too small in absolute terms for the model to handle reliably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Fixed with a clearly labelled, honestly-flagged technical workaround (not real data) - confirmed the fix worked, then completed the full 10-country run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Result: Better Than Expected - But Still Not the Winning Approach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Splitting into all 10 real countries beat the single-country attempt on every measure but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5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0116"/>
                <a:gridCol w="2457081"/>
                <a:gridCol w="2457081"/>
                <a:gridCol w="2457081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Combined zone (best)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France alone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All 10 countries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'Ran out of power'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gap, ordinary days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-2.90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+9.65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+4.87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 (trustworthiness)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0.731 (best yet)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Genuinely surprising: going all the way to 10 real countries actually did BETTER than splitting out just one - likely because Germany can now draw on many countries' cheap power at once, instead of being stuck behind one narrow link. But it still doesn't beat the original combined-zone approach on the two measures that matter most. Decision: keep the combined zone as our best, standing result.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Where We Stand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0881359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01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93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93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25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Build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Shortage hours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Mean price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vs. Brainpool's real 68.04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V1, no import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15.88%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519 EUR/MWh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7.6x too 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V1, final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0.83%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75 EUR/MWh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almost exact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V2, no import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7.52%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286 EUR/MWh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4.2x too 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V2, final (all fixes)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0.02%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56 EUR/MWh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close, slightly below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Overall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33</a:t>
            </a:r>
          </a:p>
        </p:txBody>
      </p:sp>
      <p:pic>
        <p:nvPicPr>
          <p:cNvPr id="4" name="Picture 3" descr="chart_overall_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56" y="1188720"/>
            <a:ext cx="11238807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From wildly divergent (7.6x too high, 16% shortage hours) to close to Brainpool's real forecast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Decide whether to pursue a full cross-border export model (a large undertaking) - the midday-price gap is the main remaining issue and needs this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Consider whether to update the shortage price (3,000 EUR/MWh) to reflect today's real EU cap (5,000 EUR/MWh)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Investigate WHY the import ceiling behaves differently across years - a real, still-unexplained pattern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Continue folding all findings into the formal thesis documentation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Questions &amp;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Agenda - Since 27 August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Quick recap: where we left off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Out-of-sample testing and a genuine bug fix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Three more ideas tested (price floor, cycling cost, lignite markup)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big build: real cross-border market coupling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Extending to 2028 and 2029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Chasing the last gap: four more real tests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Where we stand now, and next steps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Quick Recap: Where We Left Off on 27 August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For orientation - the full detail is in the comprehensive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and validated AMIRIS against Brainpool's real 2027 forecast, diagnosing and fixing a genuine import-timing bug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Refined demand modelling and fixed a real weekday/weekend calendar mismatch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Added price-responsive electrolysis and e-mobility - the strongest result at the time, eliminating shortage hours entirely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Correlation to Brainpool's forecast reached 0.647, up from 0.439 at the start of that 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954</Words>
  <Application>Microsoft Office PowerPoint</Application>
  <PresentationFormat>Widescreen</PresentationFormat>
  <Paragraphs>117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MUIDEEN AJIBOYE</cp:lastModifiedBy>
  <cp:revision>2</cp:revision>
  <dcterms:created xsi:type="dcterms:W3CDTF">2013-01-27T09:14:16Z</dcterms:created>
  <dcterms:modified xsi:type="dcterms:W3CDTF">2026-08-26T22:32:27Z</dcterms:modified>
  <cp:category/>
</cp:coreProperties>
</file>