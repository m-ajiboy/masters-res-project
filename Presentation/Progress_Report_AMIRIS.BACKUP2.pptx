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713" r:id="rId1"/>
    <p:sldMasterId id="2147483661" r:id="rId2"/>
    <p:sldMasterId id="2147483725" r:id="rId3"/>
  </p:sldMasterIdLst>
  <p:notesMasterIdLst>
    <p:notesMasterId r:id="rId8"/>
  </p:notesMasterIdLst>
  <p:sldIdLst>
    <p:sldId id="314" r:id="rId4"/>
    <p:sldId id="329" r:id="rId5"/>
    <p:sldId id="330" r:id="rId6"/>
    <p:sldId id="364" r:id="rId74"/>
    <p:sldId id="365" r:id="rId75"/>
    <p:sldId id="366" r:id="rId76"/>
    <p:sldId id="371" r:id="rId29"/>
    <p:sldId id="367" r:id="rId77"/>
    <p:sldId id="368" r:id="rId78"/>
    <p:sldId id="369" r:id="rId79"/>
    <p:sldId id="370" r:id="rId80"/>
    <p:sldId id="363" r:id="rId7"/>
  </p:sldIdLst>
  <p:sldSz cx="12192000" cy="6858000"/>
  <p:notesSz cx="6858000" cy="9144000"/>
  <p:embeddedFontLst>
    <p:embeddedFont>
      <p:font typeface="Inter Tight" panose="020B0604020202020204" charset="0"/>
      <p:regular r:id="rId9"/>
      <p:bold r:id="rId10"/>
      <p:italic r:id="rId11"/>
      <p:boldItalic r:id="rId12"/>
    </p:embeddedFont>
    <p:embeddedFont>
      <p:font typeface="Inter Tight SemiBold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9" roundtripDataSignature="AMtx7mitf0F+41Kl612nkVUgLkpcbtgx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AD7D49-C064-424F-92F3-4E2EBC6DFEB3}">
  <a:tblStyle styleId="{07AD7D49-C064-424F-92F3-4E2EBC6DFE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60EF580-F2A9-45B6-A663-F4C5D8FDB2D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12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29" Type="http://schemas.openxmlformats.org/officeDocument/2006/relationships/slide" Target="slides/slide7.xml"/><Relationship Id="rId69" Type="http://customschemas.google.com/relationships/presentationmetadata" Target="metadata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Relationship Id="rId74" Type="http://schemas.openxmlformats.org/officeDocument/2006/relationships/slide" Target="slides/slide4.xml"/><Relationship Id="rId75" Type="http://schemas.openxmlformats.org/officeDocument/2006/relationships/slide" Target="slides/slide5.xml"/><Relationship Id="rId76" Type="http://schemas.openxmlformats.org/officeDocument/2006/relationships/slide" Target="slides/slide6.xml"/><Relationship Id="rId77" Type="http://schemas.openxmlformats.org/officeDocument/2006/relationships/slide" Target="slides/slide8.xml"/><Relationship Id="rId78" Type="http://schemas.openxmlformats.org/officeDocument/2006/relationships/slide" Target="slides/slide9.xml"/><Relationship Id="rId79" Type="http://schemas.openxmlformats.org/officeDocument/2006/relationships/slide" Target="slides/slide10.xml"/><Relationship Id="rId80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>
          <a:extLst>
            <a:ext uri="{FF2B5EF4-FFF2-40B4-BE49-F238E27FC236}">
              <a16:creationId xmlns:a16="http://schemas.microsoft.com/office/drawing/2014/main" id="{A1734258-795A-6B28-EC29-B2779F60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9:notes">
            <a:extLst>
              <a:ext uri="{FF2B5EF4-FFF2-40B4-BE49-F238E27FC236}">
                <a16:creationId xmlns:a16="http://schemas.microsoft.com/office/drawing/2014/main" id="{490F2E55-EAF3-1DAD-1514-48F864CED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p19:notes">
            <a:extLst>
              <a:ext uri="{FF2B5EF4-FFF2-40B4-BE49-F238E27FC236}">
                <a16:creationId xmlns:a16="http://schemas.microsoft.com/office/drawing/2014/main" id="{30A67E56-671E-6571-8E78-DA449851B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7433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5E74DF5D-3489-3D19-B60B-3F8B4F0F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:notes">
            <a:extLst>
              <a:ext uri="{FF2B5EF4-FFF2-40B4-BE49-F238E27FC236}">
                <a16:creationId xmlns:a16="http://schemas.microsoft.com/office/drawing/2014/main" id="{AF9C44A1-54D8-BC51-5E4C-514D03A75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:notes">
            <a:extLst>
              <a:ext uri="{FF2B5EF4-FFF2-40B4-BE49-F238E27FC236}">
                <a16:creationId xmlns:a16="http://schemas.microsoft.com/office/drawing/2014/main" id="{05FD0817-4276-DC6F-BF88-E1E1E23F2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266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10FD2CAA-D497-BC2D-54A8-F2A6340D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:notes">
            <a:extLst>
              <a:ext uri="{FF2B5EF4-FFF2-40B4-BE49-F238E27FC236}">
                <a16:creationId xmlns:a16="http://schemas.microsoft.com/office/drawing/2014/main" id="{E231CFF2-555B-4326-3D77-317505788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:notes">
            <a:extLst>
              <a:ext uri="{FF2B5EF4-FFF2-40B4-BE49-F238E27FC236}">
                <a16:creationId xmlns:a16="http://schemas.microsoft.com/office/drawing/2014/main" id="{71A1D26D-30A8-403F-C18C-2D3499C1F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785486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6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6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600" cy="197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50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66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88" name="Google Shape;88;p66"/>
          <p:cNvSpPr txBox="1">
            <a:spLocks noGrp="1"/>
          </p:cNvSpPr>
          <p:nvPr>
            <p:ph type="subTitle" idx="2"/>
          </p:nvPr>
        </p:nvSpPr>
        <p:spPr>
          <a:xfrm>
            <a:off x="5875533" y="1535606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89" name="Google Shape;89;p66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66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66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2" name="Google Shape;92;p66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3">
  <p:cSld name="MAIN_POINT_1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0"/>
          <p:cNvSpPr>
            <a:spLocks noGrp="1"/>
          </p:cNvSpPr>
          <p:nvPr>
            <p:ph type="pic" idx="2"/>
          </p:nvPr>
        </p:nvSpPr>
        <p:spPr>
          <a:xfrm rot="-300071">
            <a:off x="713847" y="1200402"/>
            <a:ext cx="4356686" cy="4389523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1" name="Google Shape;101;p50"/>
          <p:cNvSpPr txBox="1">
            <a:spLocks noGrp="1"/>
          </p:cNvSpPr>
          <p:nvPr>
            <p:ph type="sldNum" idx="12"/>
          </p:nvPr>
        </p:nvSpPr>
        <p:spPr>
          <a:xfrm>
            <a:off x="11090700" y="27406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50"/>
          <p:cNvSpPr txBox="1">
            <a:spLocks noGrp="1"/>
          </p:cNvSpPr>
          <p:nvPr>
            <p:ph type="title"/>
          </p:nvPr>
        </p:nvSpPr>
        <p:spPr>
          <a:xfrm>
            <a:off x="6939500" y="1666044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50"/>
          <p:cNvSpPr txBox="1">
            <a:spLocks noGrp="1"/>
          </p:cNvSpPr>
          <p:nvPr>
            <p:ph type="body" idx="1"/>
          </p:nvPr>
        </p:nvSpPr>
        <p:spPr>
          <a:xfrm>
            <a:off x="6939500" y="3055187"/>
            <a:ext cx="48828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50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05" name="Google Shape;105;p50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s" type="tx">
  <p:cSld name="TITLE_AND_BODY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1"/>
          <p:cNvSpPr>
            <a:spLocks noGrp="1"/>
          </p:cNvSpPr>
          <p:nvPr>
            <p:ph type="pic" idx="2"/>
          </p:nvPr>
        </p:nvSpPr>
        <p:spPr>
          <a:xfrm rot="299984">
            <a:off x="954896" y="3107717"/>
            <a:ext cx="4915603" cy="327512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8" name="Google Shape;108;p51"/>
          <p:cNvSpPr>
            <a:spLocks noGrp="1"/>
          </p:cNvSpPr>
          <p:nvPr>
            <p:ph type="pic" idx="3"/>
          </p:nvPr>
        </p:nvSpPr>
        <p:spPr>
          <a:xfrm rot="-300193">
            <a:off x="6321680" y="3107928"/>
            <a:ext cx="4915629" cy="327516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9" name="Google Shape;109;p51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1"/>
          <p:cNvSpPr txBox="1">
            <a:spLocks noGrp="1"/>
          </p:cNvSpPr>
          <p:nvPr>
            <p:ph type="body" idx="1"/>
          </p:nvPr>
        </p:nvSpPr>
        <p:spPr>
          <a:xfrm>
            <a:off x="445233" y="1550867"/>
            <a:ext cx="113007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51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51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13" name="Google Shape;113;p51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2">
  <p:cSld name="MAIN_POINT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2"/>
          <p:cNvSpPr>
            <a:spLocks noGrp="1"/>
          </p:cNvSpPr>
          <p:nvPr>
            <p:ph type="pic" idx="2"/>
          </p:nvPr>
        </p:nvSpPr>
        <p:spPr>
          <a:xfrm rot="300178">
            <a:off x="6537643" y="1127807"/>
            <a:ext cx="5266765" cy="4609786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6" name="Google Shape;116;p52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52"/>
          <p:cNvSpPr txBox="1">
            <a:spLocks noGrp="1"/>
          </p:cNvSpPr>
          <p:nvPr>
            <p:ph type="title"/>
          </p:nvPr>
        </p:nvSpPr>
        <p:spPr>
          <a:xfrm>
            <a:off x="445233" y="1666044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2"/>
          <p:cNvSpPr txBox="1">
            <a:spLocks noGrp="1"/>
          </p:cNvSpPr>
          <p:nvPr>
            <p:ph type="body" idx="1"/>
          </p:nvPr>
        </p:nvSpPr>
        <p:spPr>
          <a:xfrm>
            <a:off x="445233" y="3055187"/>
            <a:ext cx="48828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52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20" name="Google Shape;120;p52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3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700" cy="19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53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5" name="Google Shape;125;p53"/>
          <p:cNvSpPr txBox="1">
            <a:spLocks noGrp="1"/>
          </p:cNvSpPr>
          <p:nvPr>
            <p:ph type="subTitle" idx="2"/>
          </p:nvPr>
        </p:nvSpPr>
        <p:spPr>
          <a:xfrm>
            <a:off x="5875533" y="1535606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6" name="Google Shape;126;p53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7" name="Google Shape;127;p53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8" name="Google Shape;128;p53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9" name="Google Shape;129;p53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76"/>
          <p:cNvGrpSpPr/>
          <p:nvPr/>
        </p:nvGrpSpPr>
        <p:grpSpPr>
          <a:xfrm rot="299971">
            <a:off x="164311" y="-736636"/>
            <a:ext cx="11869956" cy="8325992"/>
            <a:chOff x="123132" y="-551300"/>
            <a:chExt cx="8902204" cy="6242265"/>
          </a:xfrm>
        </p:grpSpPr>
        <p:grpSp>
          <p:nvGrpSpPr>
            <p:cNvPr id="132" name="Google Shape;132;p76"/>
            <p:cNvGrpSpPr/>
            <p:nvPr/>
          </p:nvGrpSpPr>
          <p:grpSpPr>
            <a:xfrm>
              <a:off x="123733" y="-78561"/>
              <a:ext cx="8901003" cy="5296801"/>
              <a:chOff x="123733" y="-78561"/>
              <a:chExt cx="8901003" cy="5296801"/>
            </a:xfrm>
          </p:grpSpPr>
          <p:sp>
            <p:nvSpPr>
              <p:cNvPr id="133" name="Google Shape;133;p76"/>
              <p:cNvSpPr/>
              <p:nvPr/>
            </p:nvSpPr>
            <p:spPr>
              <a:xfrm rot="-1623">
                <a:off x="7117078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4" name="Google Shape;134;p76"/>
              <p:cNvSpPr/>
              <p:nvPr/>
            </p:nvSpPr>
            <p:spPr>
              <a:xfrm rot="-1487" flipH="1">
                <a:off x="124878" y="-77211"/>
                <a:ext cx="6242101" cy="5294101"/>
              </a:xfrm>
              <a:prstGeom prst="snip1Rect">
                <a:avLst>
                  <a:gd name="adj" fmla="val 4248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35" name="Google Shape;135;p76"/>
              <p:cNvSpPr/>
              <p:nvPr/>
            </p:nvSpPr>
            <p:spPr>
              <a:xfrm rot="10798513" flipH="1">
                <a:off x="2781192" y="-76291"/>
                <a:ext cx="6242401" cy="5289901"/>
              </a:xfrm>
              <a:prstGeom prst="snip1Rect">
                <a:avLst>
                  <a:gd name="adj" fmla="val 4249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36" name="Google Shape;136;p76"/>
              <p:cNvSpPr/>
              <p:nvPr/>
            </p:nvSpPr>
            <p:spPr>
              <a:xfrm rot="-1623">
                <a:off x="125125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137" name="Google Shape;137;p76"/>
            <p:cNvSpPr/>
            <p:nvPr/>
          </p:nvSpPr>
          <p:spPr>
            <a:xfrm rot="-4516116">
              <a:off x="314234" y="-331781"/>
              <a:ext cx="1871106" cy="183792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138" name="Google Shape;138;p76"/>
            <p:cNvSpPr/>
            <p:nvPr/>
          </p:nvSpPr>
          <p:spPr>
            <a:xfrm rot="6283884">
              <a:off x="6963128" y="3633522"/>
              <a:ext cx="1871106" cy="183792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139" name="Google Shape;139;p76"/>
          <p:cNvSpPr txBox="1">
            <a:spLocks noGrp="1"/>
          </p:cNvSpPr>
          <p:nvPr>
            <p:ph type="ctrTitle"/>
          </p:nvPr>
        </p:nvSpPr>
        <p:spPr>
          <a:xfrm>
            <a:off x="2435100" y="2079433"/>
            <a:ext cx="7326300" cy="20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40" name="Google Shape;140;p76"/>
          <p:cNvSpPr txBox="1">
            <a:spLocks noGrp="1"/>
          </p:cNvSpPr>
          <p:nvPr>
            <p:ph type="subTitle" idx="1"/>
          </p:nvPr>
        </p:nvSpPr>
        <p:spPr>
          <a:xfrm>
            <a:off x="2435100" y="4336633"/>
            <a:ext cx="73263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7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143" name="Google Shape;143;p7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8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78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7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9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79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1" name="Google Shape;151;p79"/>
          <p:cNvSpPr txBox="1">
            <a:spLocks noGrp="1"/>
          </p:cNvSpPr>
          <p:nvPr>
            <p:ph type="body" idx="2"/>
          </p:nvPr>
        </p:nvSpPr>
        <p:spPr>
          <a:xfrm>
            <a:off x="6443200" y="1536634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2" name="Google Shape;152;p7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8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_3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58" name="Google Shape;158;p8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9" name="Google Shape;159;p8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2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62" name="Google Shape;162;p8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66" name="Google Shape;166;p83"/>
          <p:cNvSpPr txBox="1">
            <a:spLocks noGrp="1"/>
          </p:cNvSpPr>
          <p:nvPr>
            <p:ph type="subTitle" idx="1"/>
          </p:nvPr>
        </p:nvSpPr>
        <p:spPr>
          <a:xfrm>
            <a:off x="354000" y="3737434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167" name="Google Shape;167;p83"/>
          <p:cNvSpPr txBox="1">
            <a:spLocks noGrp="1"/>
          </p:cNvSpPr>
          <p:nvPr>
            <p:ph type="body" idx="2"/>
          </p:nvPr>
        </p:nvSpPr>
        <p:spPr>
          <a:xfrm>
            <a:off x="6586000" y="965434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8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1" name="Google Shape;171;p8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5"/>
          <p:cNvSpPr txBox="1">
            <a:spLocks noGrp="1"/>
          </p:cNvSpPr>
          <p:nvPr>
            <p:ph type="title"/>
          </p:nvPr>
        </p:nvSpPr>
        <p:spPr>
          <a:xfrm>
            <a:off x="415600" y="1474834"/>
            <a:ext cx="11360700" cy="26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9pPr>
          </a:lstStyle>
          <a:p>
            <a:endParaRPr/>
          </a:p>
        </p:txBody>
      </p:sp>
      <p:sp>
        <p:nvSpPr>
          <p:cNvPr id="174" name="Google Shape;174;p85"/>
          <p:cNvSpPr txBox="1">
            <a:spLocks noGrp="1"/>
          </p:cNvSpPr>
          <p:nvPr>
            <p:ph type="body" idx="1"/>
          </p:nvPr>
        </p:nvSpPr>
        <p:spPr>
          <a:xfrm>
            <a:off x="415600" y="4202966"/>
            <a:ext cx="11360700" cy="17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85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6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86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5965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9" name="Google Shape;179;p86"/>
          <p:cNvSpPr>
            <a:spLocks noGrp="1"/>
          </p:cNvSpPr>
          <p:nvPr>
            <p:ph type="pic" idx="2"/>
          </p:nvPr>
        </p:nvSpPr>
        <p:spPr>
          <a:xfrm>
            <a:off x="6656032" y="1537033"/>
            <a:ext cx="46083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8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87"/>
          <p:cNvSpPr txBox="1">
            <a:spLocks noGrp="1"/>
          </p:cNvSpPr>
          <p:nvPr>
            <p:ph type="title"/>
          </p:nvPr>
        </p:nvSpPr>
        <p:spPr>
          <a:xfrm>
            <a:off x="644233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84" name="Google Shape;184;p87"/>
          <p:cNvSpPr txBox="1">
            <a:spLocks noGrp="1"/>
          </p:cNvSpPr>
          <p:nvPr>
            <p:ph type="body" idx="1"/>
          </p:nvPr>
        </p:nvSpPr>
        <p:spPr>
          <a:xfrm>
            <a:off x="644200" y="2983717"/>
            <a:ext cx="4826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5" name="Google Shape;185;p87"/>
          <p:cNvSpPr txBox="1">
            <a:spLocks noGrp="1"/>
          </p:cNvSpPr>
          <p:nvPr>
            <p:ph type="body" idx="2"/>
          </p:nvPr>
        </p:nvSpPr>
        <p:spPr>
          <a:xfrm>
            <a:off x="6730667" y="2983717"/>
            <a:ext cx="4826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6" name="Google Shape;186;p87"/>
          <p:cNvSpPr txBox="1">
            <a:spLocks noGrp="1"/>
          </p:cNvSpPr>
          <p:nvPr>
            <p:ph type="subTitle" idx="3"/>
          </p:nvPr>
        </p:nvSpPr>
        <p:spPr>
          <a:xfrm>
            <a:off x="644200" y="1781548"/>
            <a:ext cx="4826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87" name="Google Shape;187;p87"/>
          <p:cNvSpPr txBox="1">
            <a:spLocks noGrp="1"/>
          </p:cNvSpPr>
          <p:nvPr>
            <p:ph type="subTitle" idx="4"/>
          </p:nvPr>
        </p:nvSpPr>
        <p:spPr>
          <a:xfrm>
            <a:off x="6730667" y="1781548"/>
            <a:ext cx="4826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88"/>
          <p:cNvSpPr txBox="1">
            <a:spLocks noGrp="1"/>
          </p:cNvSpPr>
          <p:nvPr>
            <p:ph type="body" idx="1"/>
          </p:nvPr>
        </p:nvSpPr>
        <p:spPr>
          <a:xfrm>
            <a:off x="6442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88"/>
          <p:cNvSpPr txBox="1">
            <a:spLocks noGrp="1"/>
          </p:cNvSpPr>
          <p:nvPr>
            <p:ph type="body" idx="2"/>
          </p:nvPr>
        </p:nvSpPr>
        <p:spPr>
          <a:xfrm>
            <a:off x="44636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2" name="Google Shape;192;p88"/>
          <p:cNvSpPr txBox="1">
            <a:spLocks noGrp="1"/>
          </p:cNvSpPr>
          <p:nvPr>
            <p:ph type="body" idx="3"/>
          </p:nvPr>
        </p:nvSpPr>
        <p:spPr>
          <a:xfrm>
            <a:off x="82830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3" name="Google Shape;193;p88"/>
          <p:cNvSpPr txBox="1">
            <a:spLocks noGrp="1"/>
          </p:cNvSpPr>
          <p:nvPr>
            <p:ph type="title"/>
          </p:nvPr>
        </p:nvSpPr>
        <p:spPr>
          <a:xfrm>
            <a:off x="644233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94" name="Google Shape;194;p88"/>
          <p:cNvSpPr txBox="1">
            <a:spLocks noGrp="1"/>
          </p:cNvSpPr>
          <p:nvPr>
            <p:ph type="subTitle" idx="4"/>
          </p:nvPr>
        </p:nvSpPr>
        <p:spPr>
          <a:xfrm>
            <a:off x="6442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5" name="Google Shape;195;p88"/>
          <p:cNvSpPr txBox="1">
            <a:spLocks noGrp="1"/>
          </p:cNvSpPr>
          <p:nvPr>
            <p:ph type="subTitle" idx="5"/>
          </p:nvPr>
        </p:nvSpPr>
        <p:spPr>
          <a:xfrm>
            <a:off x="44636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6" name="Google Shape;196;p88"/>
          <p:cNvSpPr txBox="1">
            <a:spLocks noGrp="1"/>
          </p:cNvSpPr>
          <p:nvPr>
            <p:ph type="subTitle" idx="6"/>
          </p:nvPr>
        </p:nvSpPr>
        <p:spPr>
          <a:xfrm>
            <a:off x="82830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89"/>
          <p:cNvSpPr txBox="1">
            <a:spLocks noGrp="1"/>
          </p:cNvSpPr>
          <p:nvPr>
            <p:ph type="body" idx="1"/>
          </p:nvPr>
        </p:nvSpPr>
        <p:spPr>
          <a:xfrm>
            <a:off x="488967" y="2345458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0" name="Google Shape;200;p89"/>
          <p:cNvSpPr txBox="1">
            <a:spLocks noGrp="1"/>
          </p:cNvSpPr>
          <p:nvPr>
            <p:ph type="body" idx="2"/>
          </p:nvPr>
        </p:nvSpPr>
        <p:spPr>
          <a:xfrm>
            <a:off x="6584967" y="2345458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1" name="Google Shape;201;p89"/>
          <p:cNvSpPr txBox="1">
            <a:spLocks noGrp="1"/>
          </p:cNvSpPr>
          <p:nvPr>
            <p:ph type="body" idx="3"/>
          </p:nvPr>
        </p:nvSpPr>
        <p:spPr>
          <a:xfrm>
            <a:off x="489000" y="4864766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89"/>
          <p:cNvSpPr txBox="1">
            <a:spLocks noGrp="1"/>
          </p:cNvSpPr>
          <p:nvPr>
            <p:ph type="body" idx="4"/>
          </p:nvPr>
        </p:nvSpPr>
        <p:spPr>
          <a:xfrm>
            <a:off x="6585000" y="4864766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3" name="Google Shape;203;p89"/>
          <p:cNvSpPr txBox="1">
            <a:spLocks noGrp="1"/>
          </p:cNvSpPr>
          <p:nvPr>
            <p:ph type="title"/>
          </p:nvPr>
        </p:nvSpPr>
        <p:spPr>
          <a:xfrm>
            <a:off x="489000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204" name="Google Shape;204;p89"/>
          <p:cNvSpPr txBox="1">
            <a:spLocks noGrp="1"/>
          </p:cNvSpPr>
          <p:nvPr>
            <p:ph type="subTitle" idx="5"/>
          </p:nvPr>
        </p:nvSpPr>
        <p:spPr>
          <a:xfrm>
            <a:off x="489017" y="1703876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5" name="Google Shape;205;p89"/>
          <p:cNvSpPr txBox="1">
            <a:spLocks noGrp="1"/>
          </p:cNvSpPr>
          <p:nvPr>
            <p:ph type="subTitle" idx="6"/>
          </p:nvPr>
        </p:nvSpPr>
        <p:spPr>
          <a:xfrm>
            <a:off x="6584984" y="1703876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6" name="Google Shape;206;p89"/>
          <p:cNvSpPr txBox="1">
            <a:spLocks noGrp="1"/>
          </p:cNvSpPr>
          <p:nvPr>
            <p:ph type="subTitle" idx="7"/>
          </p:nvPr>
        </p:nvSpPr>
        <p:spPr>
          <a:xfrm>
            <a:off x="6585015" y="4223150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7" name="Google Shape;207;p89"/>
          <p:cNvSpPr txBox="1">
            <a:spLocks noGrp="1"/>
          </p:cNvSpPr>
          <p:nvPr>
            <p:ph type="subTitle" idx="8"/>
          </p:nvPr>
        </p:nvSpPr>
        <p:spPr>
          <a:xfrm>
            <a:off x="489000" y="4223150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90"/>
          <p:cNvSpPr>
            <a:spLocks noGrp="1"/>
          </p:cNvSpPr>
          <p:nvPr>
            <p:ph type="pic" idx="2"/>
          </p:nvPr>
        </p:nvSpPr>
        <p:spPr>
          <a:xfrm>
            <a:off x="415600" y="1560566"/>
            <a:ext cx="113607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1"/>
          <p:cNvSpPr txBox="1">
            <a:spLocks noGrp="1"/>
          </p:cNvSpPr>
          <p:nvPr>
            <p:ph type="body" idx="1"/>
          </p:nvPr>
        </p:nvSpPr>
        <p:spPr>
          <a:xfrm>
            <a:off x="415600" y="5440300"/>
            <a:ext cx="53700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14" name="Google Shape;214;p91"/>
          <p:cNvSpPr>
            <a:spLocks noGrp="1"/>
          </p:cNvSpPr>
          <p:nvPr>
            <p:ph type="pic" idx="2"/>
          </p:nvPr>
        </p:nvSpPr>
        <p:spPr>
          <a:xfrm>
            <a:off x="6406433" y="1511066"/>
            <a:ext cx="5370000" cy="31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91"/>
          <p:cNvSpPr>
            <a:spLocks noGrp="1"/>
          </p:cNvSpPr>
          <p:nvPr>
            <p:ph type="pic" idx="3"/>
          </p:nvPr>
        </p:nvSpPr>
        <p:spPr>
          <a:xfrm>
            <a:off x="415633" y="1511066"/>
            <a:ext cx="5370000" cy="31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91"/>
          <p:cNvSpPr txBox="1">
            <a:spLocks noGrp="1"/>
          </p:cNvSpPr>
          <p:nvPr>
            <p:ph type="body" idx="4"/>
          </p:nvPr>
        </p:nvSpPr>
        <p:spPr>
          <a:xfrm>
            <a:off x="6406433" y="5440300"/>
            <a:ext cx="53700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17" name="Google Shape;217;p9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91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91"/>
          <p:cNvSpPr txBox="1">
            <a:spLocks noGrp="1"/>
          </p:cNvSpPr>
          <p:nvPr>
            <p:ph type="subTitle" idx="5"/>
          </p:nvPr>
        </p:nvSpPr>
        <p:spPr>
          <a:xfrm>
            <a:off x="415633" y="4777200"/>
            <a:ext cx="5370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20" name="Google Shape;220;p91"/>
          <p:cNvSpPr txBox="1">
            <a:spLocks noGrp="1"/>
          </p:cNvSpPr>
          <p:nvPr>
            <p:ph type="subTitle" idx="6"/>
          </p:nvPr>
        </p:nvSpPr>
        <p:spPr>
          <a:xfrm>
            <a:off x="6406433" y="4777200"/>
            <a:ext cx="5370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2"/>
          <p:cNvSpPr txBox="1">
            <a:spLocks noGrp="1"/>
          </p:cNvSpPr>
          <p:nvPr>
            <p:ph type="body" idx="1"/>
          </p:nvPr>
        </p:nvSpPr>
        <p:spPr>
          <a:xfrm>
            <a:off x="415600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3" name="Google Shape;223;p92"/>
          <p:cNvSpPr>
            <a:spLocks noGrp="1"/>
          </p:cNvSpPr>
          <p:nvPr>
            <p:ph type="pic" idx="2"/>
          </p:nvPr>
        </p:nvSpPr>
        <p:spPr>
          <a:xfrm>
            <a:off x="8273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92"/>
          <p:cNvSpPr>
            <a:spLocks noGrp="1"/>
          </p:cNvSpPr>
          <p:nvPr>
            <p:ph type="pic" idx="3"/>
          </p:nvPr>
        </p:nvSpPr>
        <p:spPr>
          <a:xfrm>
            <a:off x="415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92"/>
          <p:cNvSpPr txBox="1">
            <a:spLocks noGrp="1"/>
          </p:cNvSpPr>
          <p:nvPr>
            <p:ph type="body" idx="4"/>
          </p:nvPr>
        </p:nvSpPr>
        <p:spPr>
          <a:xfrm>
            <a:off x="8273633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6" name="Google Shape;226;p92"/>
          <p:cNvSpPr>
            <a:spLocks noGrp="1"/>
          </p:cNvSpPr>
          <p:nvPr>
            <p:ph type="pic" idx="5"/>
          </p:nvPr>
        </p:nvSpPr>
        <p:spPr>
          <a:xfrm>
            <a:off x="43403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92"/>
          <p:cNvSpPr txBox="1">
            <a:spLocks noGrp="1"/>
          </p:cNvSpPr>
          <p:nvPr>
            <p:ph type="body" idx="6"/>
          </p:nvPr>
        </p:nvSpPr>
        <p:spPr>
          <a:xfrm>
            <a:off x="4340333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8" name="Google Shape;228;p9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92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92"/>
          <p:cNvSpPr txBox="1">
            <a:spLocks noGrp="1"/>
          </p:cNvSpPr>
          <p:nvPr>
            <p:ph type="subTitle" idx="7"/>
          </p:nvPr>
        </p:nvSpPr>
        <p:spPr>
          <a:xfrm>
            <a:off x="4156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1" name="Google Shape;231;p92"/>
          <p:cNvSpPr txBox="1">
            <a:spLocks noGrp="1"/>
          </p:cNvSpPr>
          <p:nvPr>
            <p:ph type="subTitle" idx="8"/>
          </p:nvPr>
        </p:nvSpPr>
        <p:spPr>
          <a:xfrm>
            <a:off x="82736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2" name="Google Shape;232;p92"/>
          <p:cNvSpPr txBox="1">
            <a:spLocks noGrp="1"/>
          </p:cNvSpPr>
          <p:nvPr>
            <p:ph type="subTitle" idx="9"/>
          </p:nvPr>
        </p:nvSpPr>
        <p:spPr>
          <a:xfrm>
            <a:off x="43403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3"/>
          <p:cNvSpPr>
            <a:spLocks noGrp="1"/>
          </p:cNvSpPr>
          <p:nvPr>
            <p:ph type="pic" idx="2"/>
          </p:nvPr>
        </p:nvSpPr>
        <p:spPr>
          <a:xfrm>
            <a:off x="415600" y="593366"/>
            <a:ext cx="11360700" cy="56244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9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94"/>
          <p:cNvSpPr>
            <a:spLocks noGrp="1"/>
          </p:cNvSpPr>
          <p:nvPr>
            <p:ph type="pic" idx="2"/>
          </p:nvPr>
        </p:nvSpPr>
        <p:spPr>
          <a:xfrm>
            <a:off x="4519467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94"/>
          <p:cNvSpPr>
            <a:spLocks noGrp="1"/>
          </p:cNvSpPr>
          <p:nvPr>
            <p:ph type="pic" idx="3"/>
          </p:nvPr>
        </p:nvSpPr>
        <p:spPr>
          <a:xfrm>
            <a:off x="6927913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94"/>
          <p:cNvSpPr>
            <a:spLocks noGrp="1"/>
          </p:cNvSpPr>
          <p:nvPr>
            <p:ph type="pic" idx="4"/>
          </p:nvPr>
        </p:nvSpPr>
        <p:spPr>
          <a:xfrm>
            <a:off x="9336360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94"/>
          <p:cNvSpPr>
            <a:spLocks noGrp="1"/>
          </p:cNvSpPr>
          <p:nvPr>
            <p:ph type="pic" idx="5"/>
          </p:nvPr>
        </p:nvSpPr>
        <p:spPr>
          <a:xfrm>
            <a:off x="4519451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94"/>
          <p:cNvSpPr>
            <a:spLocks noGrp="1"/>
          </p:cNvSpPr>
          <p:nvPr>
            <p:ph type="pic" idx="6"/>
          </p:nvPr>
        </p:nvSpPr>
        <p:spPr>
          <a:xfrm>
            <a:off x="6927896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94"/>
          <p:cNvSpPr>
            <a:spLocks noGrp="1"/>
          </p:cNvSpPr>
          <p:nvPr>
            <p:ph type="pic" idx="7"/>
          </p:nvPr>
        </p:nvSpPr>
        <p:spPr>
          <a:xfrm>
            <a:off x="9336343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94"/>
          <p:cNvSpPr txBox="1">
            <a:spLocks noGrp="1"/>
          </p:cNvSpPr>
          <p:nvPr>
            <p:ph type="title"/>
          </p:nvPr>
        </p:nvSpPr>
        <p:spPr>
          <a:xfrm>
            <a:off x="468733" y="593366"/>
            <a:ext cx="3462300" cy="22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94"/>
          <p:cNvSpPr>
            <a:spLocks noGrp="1"/>
          </p:cNvSpPr>
          <p:nvPr>
            <p:ph type="pic" idx="8"/>
          </p:nvPr>
        </p:nvSpPr>
        <p:spPr>
          <a:xfrm>
            <a:off x="4519451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94"/>
          <p:cNvSpPr>
            <a:spLocks noGrp="1"/>
          </p:cNvSpPr>
          <p:nvPr>
            <p:ph type="pic" idx="9"/>
          </p:nvPr>
        </p:nvSpPr>
        <p:spPr>
          <a:xfrm>
            <a:off x="6927896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94"/>
          <p:cNvSpPr>
            <a:spLocks noGrp="1"/>
          </p:cNvSpPr>
          <p:nvPr>
            <p:ph type="pic" idx="13"/>
          </p:nvPr>
        </p:nvSpPr>
        <p:spPr>
          <a:xfrm>
            <a:off x="9336343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95"/>
          <p:cNvGrpSpPr/>
          <p:nvPr/>
        </p:nvGrpSpPr>
        <p:grpSpPr>
          <a:xfrm>
            <a:off x="100" y="342225"/>
            <a:ext cx="5064461" cy="1587259"/>
            <a:chOff x="75" y="256675"/>
            <a:chExt cx="3798441" cy="1190474"/>
          </a:xfrm>
        </p:grpSpPr>
        <p:sp>
          <p:nvSpPr>
            <p:cNvPr id="250" name="Google Shape;250;p95"/>
            <p:cNvSpPr/>
            <p:nvPr/>
          </p:nvSpPr>
          <p:spPr>
            <a:xfrm rot="10800000" flipH="1">
              <a:off x="75" y="256675"/>
              <a:ext cx="3798000" cy="11904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1" name="Google Shape;251;p95"/>
            <p:cNvSpPr/>
            <p:nvPr/>
          </p:nvSpPr>
          <p:spPr>
            <a:xfrm rot="-10795068" flipH="1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2" name="Google Shape;252;p95"/>
          <p:cNvSpPr txBox="1">
            <a:spLocks noGrp="1"/>
          </p:cNvSpPr>
          <p:nvPr>
            <p:ph type="title"/>
          </p:nvPr>
        </p:nvSpPr>
        <p:spPr>
          <a:xfrm>
            <a:off x="445233" y="725666"/>
            <a:ext cx="40533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95"/>
          <p:cNvSpPr txBox="1">
            <a:spLocks noGrp="1"/>
          </p:cNvSpPr>
          <p:nvPr>
            <p:ph type="subTitle" idx="1"/>
          </p:nvPr>
        </p:nvSpPr>
        <p:spPr>
          <a:xfrm>
            <a:off x="1532168" y="3131400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95"/>
          <p:cNvSpPr txBox="1">
            <a:spLocks noGrp="1"/>
          </p:cNvSpPr>
          <p:nvPr>
            <p:ph type="subTitle" idx="2"/>
          </p:nvPr>
        </p:nvSpPr>
        <p:spPr>
          <a:xfrm>
            <a:off x="1532168" y="3737158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95"/>
          <p:cNvSpPr txBox="1">
            <a:spLocks noGrp="1"/>
          </p:cNvSpPr>
          <p:nvPr>
            <p:ph type="subTitle" idx="3"/>
          </p:nvPr>
        </p:nvSpPr>
        <p:spPr>
          <a:xfrm>
            <a:off x="1532168" y="4342916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95"/>
          <p:cNvSpPr txBox="1">
            <a:spLocks noGrp="1"/>
          </p:cNvSpPr>
          <p:nvPr>
            <p:ph type="subTitle" idx="4"/>
          </p:nvPr>
        </p:nvSpPr>
        <p:spPr>
          <a:xfrm>
            <a:off x="1532168" y="4948674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95"/>
          <p:cNvSpPr txBox="1">
            <a:spLocks noGrp="1"/>
          </p:cNvSpPr>
          <p:nvPr>
            <p:ph type="subTitle" idx="5"/>
          </p:nvPr>
        </p:nvSpPr>
        <p:spPr>
          <a:xfrm>
            <a:off x="1532168" y="5554433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95"/>
          <p:cNvSpPr txBox="1">
            <a:spLocks noGrp="1"/>
          </p:cNvSpPr>
          <p:nvPr>
            <p:ph type="subTitle" idx="6"/>
          </p:nvPr>
        </p:nvSpPr>
        <p:spPr>
          <a:xfrm>
            <a:off x="7103801" y="3131400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95"/>
          <p:cNvSpPr txBox="1">
            <a:spLocks noGrp="1"/>
          </p:cNvSpPr>
          <p:nvPr>
            <p:ph type="subTitle" idx="7"/>
          </p:nvPr>
        </p:nvSpPr>
        <p:spPr>
          <a:xfrm>
            <a:off x="7103801" y="3737158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95"/>
          <p:cNvSpPr txBox="1">
            <a:spLocks noGrp="1"/>
          </p:cNvSpPr>
          <p:nvPr>
            <p:ph type="subTitle" idx="8"/>
          </p:nvPr>
        </p:nvSpPr>
        <p:spPr>
          <a:xfrm>
            <a:off x="7103801" y="4342916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95"/>
          <p:cNvSpPr txBox="1">
            <a:spLocks noGrp="1"/>
          </p:cNvSpPr>
          <p:nvPr>
            <p:ph type="subTitle" idx="9"/>
          </p:nvPr>
        </p:nvSpPr>
        <p:spPr>
          <a:xfrm>
            <a:off x="7103801" y="4948674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95"/>
          <p:cNvSpPr txBox="1">
            <a:spLocks noGrp="1"/>
          </p:cNvSpPr>
          <p:nvPr>
            <p:ph type="subTitle" idx="13"/>
          </p:nvPr>
        </p:nvSpPr>
        <p:spPr>
          <a:xfrm>
            <a:off x="7103801" y="5554433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ITLE_AND_BODY_1">
    <p:bg>
      <p:bgPr>
        <a:solidFill>
          <a:schemeClr val="lt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6"/>
          <p:cNvSpPr>
            <a:spLocks noGrp="1"/>
          </p:cNvSpPr>
          <p:nvPr>
            <p:ph type="pic" idx="2"/>
          </p:nvPr>
        </p:nvSpPr>
        <p:spPr>
          <a:xfrm rot="299984">
            <a:off x="954896" y="3107717"/>
            <a:ext cx="4915603" cy="327512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5" name="Google Shape;265;p96"/>
          <p:cNvSpPr>
            <a:spLocks noGrp="1"/>
          </p:cNvSpPr>
          <p:nvPr>
            <p:ph type="pic" idx="3"/>
          </p:nvPr>
        </p:nvSpPr>
        <p:spPr>
          <a:xfrm rot="-300193">
            <a:off x="6321680" y="3107928"/>
            <a:ext cx="4915629" cy="327516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6" name="Google Shape;266;p96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96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96"/>
          <p:cNvSpPr txBox="1">
            <a:spLocks noGrp="1"/>
          </p:cNvSpPr>
          <p:nvPr>
            <p:ph type="subTitle" idx="1"/>
          </p:nvPr>
        </p:nvSpPr>
        <p:spPr>
          <a:xfrm>
            <a:off x="508109" y="1577233"/>
            <a:ext cx="5532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69" name="Google Shape;269;p96"/>
          <p:cNvSpPr txBox="1">
            <a:spLocks noGrp="1"/>
          </p:cNvSpPr>
          <p:nvPr>
            <p:ph type="body" idx="4"/>
          </p:nvPr>
        </p:nvSpPr>
        <p:spPr>
          <a:xfrm>
            <a:off x="508109" y="2028835"/>
            <a:ext cx="553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70" name="Google Shape;270;p96"/>
          <p:cNvSpPr txBox="1">
            <a:spLocks noGrp="1"/>
          </p:cNvSpPr>
          <p:nvPr>
            <p:ph type="subTitle" idx="5"/>
          </p:nvPr>
        </p:nvSpPr>
        <p:spPr>
          <a:xfrm>
            <a:off x="6089243" y="1577233"/>
            <a:ext cx="5532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71" name="Google Shape;271;p96"/>
          <p:cNvSpPr txBox="1">
            <a:spLocks noGrp="1"/>
          </p:cNvSpPr>
          <p:nvPr>
            <p:ph type="body" idx="6"/>
          </p:nvPr>
        </p:nvSpPr>
        <p:spPr>
          <a:xfrm>
            <a:off x="6089243" y="2028835"/>
            <a:ext cx="553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72" name="Google Shape;272;p96"/>
          <p:cNvSpPr txBox="1">
            <a:spLocks noGrp="1"/>
          </p:cNvSpPr>
          <p:nvPr>
            <p:ph type="subTitle" idx="7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73" name="Google Shape;273;p96"/>
          <p:cNvSpPr txBox="1">
            <a:spLocks noGrp="1"/>
          </p:cNvSpPr>
          <p:nvPr>
            <p:ph type="subTitle" idx="8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97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276" name="Google Shape;276;p97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77" name="Google Shape;277;p97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8" name="Google Shape;278;p97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79" name="Google Shape;279;p97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0" name="Google Shape;280;p97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97"/>
          <p:cNvSpPr txBox="1">
            <a:spLocks noGrp="1"/>
          </p:cNvSpPr>
          <p:nvPr>
            <p:ph type="title"/>
          </p:nvPr>
        </p:nvSpPr>
        <p:spPr>
          <a:xfrm>
            <a:off x="3306233" y="2183216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97"/>
          <p:cNvSpPr txBox="1">
            <a:spLocks noGrp="1"/>
          </p:cNvSpPr>
          <p:nvPr>
            <p:ph type="body" idx="1"/>
          </p:nvPr>
        </p:nvSpPr>
        <p:spPr>
          <a:xfrm>
            <a:off x="3306233" y="3055170"/>
            <a:ext cx="55797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97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84" name="Google Shape;284;p97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 type="titleOnly">
  <p:cSld name="TITLE_ONLY">
    <p:bg>
      <p:bgPr>
        <a:solidFill>
          <a:schemeClr val="lt1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8"/>
          <p:cNvSpPr>
            <a:spLocks noGrp="1"/>
          </p:cNvSpPr>
          <p:nvPr>
            <p:ph type="pic" idx="2"/>
          </p:nvPr>
        </p:nvSpPr>
        <p:spPr>
          <a:xfrm rot="300028">
            <a:off x="1030998" y="3562331"/>
            <a:ext cx="2326655" cy="2326655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7" name="Google Shape;287;p98"/>
          <p:cNvSpPr>
            <a:spLocks noGrp="1"/>
          </p:cNvSpPr>
          <p:nvPr>
            <p:ph type="pic" idx="3"/>
          </p:nvPr>
        </p:nvSpPr>
        <p:spPr>
          <a:xfrm rot="-300105">
            <a:off x="4793073" y="3506121"/>
            <a:ext cx="2326058" cy="232605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8" name="Google Shape;288;p98"/>
          <p:cNvSpPr>
            <a:spLocks noGrp="1"/>
          </p:cNvSpPr>
          <p:nvPr>
            <p:ph type="pic" idx="4"/>
          </p:nvPr>
        </p:nvSpPr>
        <p:spPr>
          <a:xfrm rot="300105">
            <a:off x="8599541" y="3562548"/>
            <a:ext cx="2326058" cy="232605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9" name="Google Shape;289;p98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98"/>
          <p:cNvSpPr txBox="1">
            <a:spLocks noGrp="1"/>
          </p:cNvSpPr>
          <p:nvPr>
            <p:ph type="subTitle" idx="1"/>
          </p:nvPr>
        </p:nvSpPr>
        <p:spPr>
          <a:xfrm>
            <a:off x="508084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1" name="Google Shape;291;p98"/>
          <p:cNvSpPr txBox="1">
            <a:spLocks noGrp="1"/>
          </p:cNvSpPr>
          <p:nvPr>
            <p:ph type="body" idx="5"/>
          </p:nvPr>
        </p:nvSpPr>
        <p:spPr>
          <a:xfrm>
            <a:off x="508084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2" name="Google Shape;292;p98"/>
          <p:cNvSpPr txBox="1">
            <a:spLocks noGrp="1"/>
          </p:cNvSpPr>
          <p:nvPr>
            <p:ph type="subTitle" idx="6"/>
          </p:nvPr>
        </p:nvSpPr>
        <p:spPr>
          <a:xfrm>
            <a:off x="4292400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3" name="Google Shape;293;p98"/>
          <p:cNvSpPr txBox="1">
            <a:spLocks noGrp="1"/>
          </p:cNvSpPr>
          <p:nvPr>
            <p:ph type="body" idx="7"/>
          </p:nvPr>
        </p:nvSpPr>
        <p:spPr>
          <a:xfrm>
            <a:off x="4292400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4" name="Google Shape;294;p98"/>
          <p:cNvSpPr txBox="1">
            <a:spLocks noGrp="1"/>
          </p:cNvSpPr>
          <p:nvPr>
            <p:ph type="subTitle" idx="8"/>
          </p:nvPr>
        </p:nvSpPr>
        <p:spPr>
          <a:xfrm>
            <a:off x="8076717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5" name="Google Shape;295;p98"/>
          <p:cNvSpPr txBox="1">
            <a:spLocks noGrp="1"/>
          </p:cNvSpPr>
          <p:nvPr>
            <p:ph type="body" idx="9"/>
          </p:nvPr>
        </p:nvSpPr>
        <p:spPr>
          <a:xfrm>
            <a:off x="8076717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6" name="Google Shape;296;p98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98"/>
          <p:cNvSpPr txBox="1">
            <a:spLocks noGrp="1"/>
          </p:cNvSpPr>
          <p:nvPr>
            <p:ph type="subTitle" idx="1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98" name="Google Shape;298;p98"/>
          <p:cNvSpPr txBox="1">
            <a:spLocks noGrp="1"/>
          </p:cNvSpPr>
          <p:nvPr>
            <p:ph type="subTitle" idx="1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1">
  <p:cSld name="ONE_COLUMN_TEXT">
    <p:bg>
      <p:bgPr>
        <a:solidFill>
          <a:schemeClr val="lt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9"/>
          <p:cNvSpPr>
            <a:spLocks noGrp="1"/>
          </p:cNvSpPr>
          <p:nvPr>
            <p:ph type="pic" idx="2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01" name="Google Shape;301;p99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99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99"/>
          <p:cNvSpPr txBox="1">
            <a:spLocks noGrp="1"/>
          </p:cNvSpPr>
          <p:nvPr>
            <p:ph type="body" idx="1"/>
          </p:nvPr>
        </p:nvSpPr>
        <p:spPr>
          <a:xfrm>
            <a:off x="445233" y="1550867"/>
            <a:ext cx="113007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304" name="Google Shape;304;p99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05" name="Google Shape;305;p99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left">
  <p:cSld name="ONE_COLUMN_TEXT_1">
    <p:bg>
      <p:bgPr>
        <a:solidFill>
          <a:schemeClr val="lt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100"/>
          <p:cNvGrpSpPr/>
          <p:nvPr/>
        </p:nvGrpSpPr>
        <p:grpSpPr>
          <a:xfrm>
            <a:off x="578370" y="1602904"/>
            <a:ext cx="3510843" cy="1206125"/>
            <a:chOff x="433788" y="1202208"/>
            <a:chExt cx="2633198" cy="904617"/>
          </a:xfrm>
        </p:grpSpPr>
        <p:sp>
          <p:nvSpPr>
            <p:cNvPr id="308" name="Google Shape;308;p100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9" name="Google Shape;309;p100"/>
            <p:cNvSpPr/>
            <p:nvPr/>
          </p:nvSpPr>
          <p:spPr>
            <a:xfrm rot="-6523">
              <a:off x="2750484" y="1202508"/>
              <a:ext cx="316201" cy="31800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10" name="Google Shape;310;p100"/>
          <p:cNvSpPr txBox="1">
            <a:spLocks noGrp="1"/>
          </p:cNvSpPr>
          <p:nvPr>
            <p:ph type="subTitle" idx="1"/>
          </p:nvPr>
        </p:nvSpPr>
        <p:spPr>
          <a:xfrm>
            <a:off x="582667" y="1602934"/>
            <a:ext cx="309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11" name="Google Shape;311;p100"/>
          <p:cNvSpPr txBox="1">
            <a:spLocks noGrp="1"/>
          </p:cNvSpPr>
          <p:nvPr>
            <p:ph type="body" idx="2"/>
          </p:nvPr>
        </p:nvSpPr>
        <p:spPr>
          <a:xfrm>
            <a:off x="582667" y="1947100"/>
            <a:ext cx="351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00"/>
          <p:cNvSpPr>
            <a:spLocks noGrp="1"/>
          </p:cNvSpPr>
          <p:nvPr>
            <p:ph type="pic" idx="3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13" name="Google Shape;313;p100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100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00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16" name="Google Shape;316;p100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middle">
  <p:cSld name="ONE_COLUMN_TEXT_1_2">
    <p:bg>
      <p:bgPr>
        <a:solidFill>
          <a:schemeClr val="lt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101"/>
          <p:cNvGrpSpPr/>
          <p:nvPr/>
        </p:nvGrpSpPr>
        <p:grpSpPr>
          <a:xfrm>
            <a:off x="4338492" y="1602904"/>
            <a:ext cx="3510844" cy="1206125"/>
            <a:chOff x="3253950" y="1202208"/>
            <a:chExt cx="2633199" cy="904617"/>
          </a:xfrm>
        </p:grpSpPr>
        <p:sp>
          <p:nvSpPr>
            <p:cNvPr id="319" name="Google Shape;319;p101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0" name="Google Shape;320;p101"/>
            <p:cNvSpPr/>
            <p:nvPr/>
          </p:nvSpPr>
          <p:spPr>
            <a:xfrm rot="-6523">
              <a:off x="5570647" y="1202508"/>
              <a:ext cx="316201" cy="31800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21" name="Google Shape;321;p101"/>
          <p:cNvSpPr txBox="1">
            <a:spLocks noGrp="1"/>
          </p:cNvSpPr>
          <p:nvPr>
            <p:ph type="subTitle" idx="1"/>
          </p:nvPr>
        </p:nvSpPr>
        <p:spPr>
          <a:xfrm>
            <a:off x="4342884" y="1602934"/>
            <a:ext cx="309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22" name="Google Shape;322;p101"/>
          <p:cNvSpPr txBox="1">
            <a:spLocks noGrp="1"/>
          </p:cNvSpPr>
          <p:nvPr>
            <p:ph type="body" idx="2"/>
          </p:nvPr>
        </p:nvSpPr>
        <p:spPr>
          <a:xfrm>
            <a:off x="4342884" y="1947100"/>
            <a:ext cx="351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p101"/>
          <p:cNvSpPr>
            <a:spLocks noGrp="1"/>
          </p:cNvSpPr>
          <p:nvPr>
            <p:ph type="pic" idx="3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24" name="Google Shape;324;p101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101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101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27" name="Google Shape;327;p101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right, long text">
  <p:cSld name="ONE_COLUMN_TEXT_1_1">
    <p:bg>
      <p:bgPr>
        <a:solidFill>
          <a:schemeClr val="lt1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2"/>
          <p:cNvSpPr/>
          <p:nvPr/>
        </p:nvSpPr>
        <p:spPr>
          <a:xfrm>
            <a:off x="4338433" y="1603100"/>
            <a:ext cx="7270800" cy="1206000"/>
          </a:xfrm>
          <a:prstGeom prst="snip1Rect">
            <a:avLst>
              <a:gd name="adj" fmla="val 3501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30" name="Google Shape;330;p102"/>
          <p:cNvSpPr txBox="1">
            <a:spLocks noGrp="1"/>
          </p:cNvSpPr>
          <p:nvPr>
            <p:ph type="subTitle" idx="1"/>
          </p:nvPr>
        </p:nvSpPr>
        <p:spPr>
          <a:xfrm>
            <a:off x="4338600" y="1602934"/>
            <a:ext cx="68493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31" name="Google Shape;331;p102"/>
          <p:cNvSpPr>
            <a:spLocks noGrp="1"/>
          </p:cNvSpPr>
          <p:nvPr>
            <p:ph type="pic" idx="2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32" name="Google Shape;332;p102"/>
          <p:cNvSpPr txBox="1">
            <a:spLocks noGrp="1"/>
          </p:cNvSpPr>
          <p:nvPr>
            <p:ph type="body" idx="3"/>
          </p:nvPr>
        </p:nvSpPr>
        <p:spPr>
          <a:xfrm>
            <a:off x="4338600" y="1947100"/>
            <a:ext cx="7270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p102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102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02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36" name="Google Shape;336;p102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37" name="Google Shape;337;p102"/>
          <p:cNvSpPr/>
          <p:nvPr/>
        </p:nvSpPr>
        <p:spPr>
          <a:xfrm rot="-4894">
            <a:off x="11187751" y="1603443"/>
            <a:ext cx="421500" cy="424201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 xml:space="preserve"> </a:t>
            </a:r>
            <a:endParaRPr sz="1800" b="0" i="0" u="none" strike="noStrike" cap="non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"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03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340" name="Google Shape;340;p103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41" name="Google Shape;341;p103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42" name="Google Shape;342;p103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43" name="Google Shape;343;p103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44" name="Google Shape;344;p103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103"/>
          <p:cNvSpPr txBox="1">
            <a:spLocks noGrp="1"/>
          </p:cNvSpPr>
          <p:nvPr>
            <p:ph type="title"/>
          </p:nvPr>
        </p:nvSpPr>
        <p:spPr>
          <a:xfrm>
            <a:off x="3306233" y="2183216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6" name="Google Shape;346;p103"/>
          <p:cNvSpPr txBox="1">
            <a:spLocks noGrp="1"/>
          </p:cNvSpPr>
          <p:nvPr>
            <p:ph type="body" idx="1"/>
          </p:nvPr>
        </p:nvSpPr>
        <p:spPr>
          <a:xfrm>
            <a:off x="3306233" y="3055170"/>
            <a:ext cx="55797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7" name="Google Shape;347;p103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48" name="Google Shape;348;p103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and descriptions">
  <p:cSld name="SECTION_TITLE_AND_DESCRIPTION">
    <p:bg>
      <p:bgPr>
        <a:solidFill>
          <a:schemeClr val="lt1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4"/>
          <p:cNvSpPr>
            <a:spLocks noGrp="1"/>
          </p:cNvSpPr>
          <p:nvPr>
            <p:ph type="pic" idx="2"/>
          </p:nvPr>
        </p:nvSpPr>
        <p:spPr>
          <a:xfrm>
            <a:off x="4726484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1" name="Google Shape;351;p104"/>
          <p:cNvSpPr>
            <a:spLocks noGrp="1"/>
          </p:cNvSpPr>
          <p:nvPr>
            <p:ph type="pic" idx="3"/>
          </p:nvPr>
        </p:nvSpPr>
        <p:spPr>
          <a:xfrm>
            <a:off x="8878051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2" name="Google Shape;352;p104"/>
          <p:cNvSpPr>
            <a:spLocks noGrp="1"/>
          </p:cNvSpPr>
          <p:nvPr>
            <p:ph type="pic" idx="4"/>
          </p:nvPr>
        </p:nvSpPr>
        <p:spPr>
          <a:xfrm>
            <a:off x="574933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3" name="Google Shape;353;p104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104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04"/>
          <p:cNvSpPr txBox="1">
            <a:spLocks noGrp="1"/>
          </p:cNvSpPr>
          <p:nvPr>
            <p:ph type="subTitle" idx="1"/>
          </p:nvPr>
        </p:nvSpPr>
        <p:spPr>
          <a:xfrm>
            <a:off x="508133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6" name="Google Shape;356;p104"/>
          <p:cNvSpPr txBox="1">
            <a:spLocks noGrp="1"/>
          </p:cNvSpPr>
          <p:nvPr>
            <p:ph type="subTitle" idx="5"/>
          </p:nvPr>
        </p:nvSpPr>
        <p:spPr>
          <a:xfrm>
            <a:off x="4659700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7" name="Google Shape;357;p104"/>
          <p:cNvSpPr txBox="1">
            <a:spLocks noGrp="1"/>
          </p:cNvSpPr>
          <p:nvPr>
            <p:ph type="subTitle" idx="6"/>
          </p:nvPr>
        </p:nvSpPr>
        <p:spPr>
          <a:xfrm>
            <a:off x="8811251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8" name="Google Shape;358;p104"/>
          <p:cNvSpPr txBox="1">
            <a:spLocks noGrp="1"/>
          </p:cNvSpPr>
          <p:nvPr>
            <p:ph type="subTitle" idx="7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59" name="Google Shape;359;p104"/>
          <p:cNvSpPr txBox="1">
            <a:spLocks noGrp="1"/>
          </p:cNvSpPr>
          <p:nvPr>
            <p:ph type="subTitle" idx="8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wo column bullet points">
  <p:cSld name="CAPTION_ONLY">
    <p:bg>
      <p:bgPr>
        <a:solidFill>
          <a:schemeClr val="lt1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105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362" name="Google Shape;362;p105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63" name="Google Shape;363;p105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64" name="Google Shape;364;p105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65" name="Google Shape;365;p105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66" name="Google Shape;366;p105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p105"/>
          <p:cNvSpPr txBox="1">
            <a:spLocks noGrp="1"/>
          </p:cNvSpPr>
          <p:nvPr>
            <p:ph type="title"/>
          </p:nvPr>
        </p:nvSpPr>
        <p:spPr>
          <a:xfrm>
            <a:off x="445233" y="1666016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8" name="Google Shape;368;p105"/>
          <p:cNvSpPr txBox="1">
            <a:spLocks noGrp="1"/>
          </p:cNvSpPr>
          <p:nvPr>
            <p:ph type="body" idx="1"/>
          </p:nvPr>
        </p:nvSpPr>
        <p:spPr>
          <a:xfrm>
            <a:off x="445233" y="3055170"/>
            <a:ext cx="4882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369" name="Google Shape;369;p105"/>
          <p:cNvSpPr txBox="1">
            <a:spLocks noGrp="1"/>
          </p:cNvSpPr>
          <p:nvPr>
            <p:ph type="body" idx="2"/>
          </p:nvPr>
        </p:nvSpPr>
        <p:spPr>
          <a:xfrm>
            <a:off x="6126768" y="3055170"/>
            <a:ext cx="4882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370" name="Google Shape;370;p105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71" name="Google Shape;371;p105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eck for understanding">
  <p:cSld name="CAPTION_ONLY_1">
    <p:bg>
      <p:bgPr>
        <a:solidFill>
          <a:schemeClr val="lt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106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sp>
          <p:nvSpPr>
            <p:cNvPr id="374" name="Google Shape;374;p106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name="adj" fmla="val 40868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5" name="Google Shape;375;p106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6" name="Google Shape;376;p106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77" name="Google Shape;377;p106"/>
          <p:cNvSpPr txBox="1">
            <a:spLocks noGrp="1"/>
          </p:cNvSpPr>
          <p:nvPr>
            <p:ph type="body" idx="1"/>
          </p:nvPr>
        </p:nvSpPr>
        <p:spPr>
          <a:xfrm>
            <a:off x="445233" y="4840766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8" name="Google Shape;378;p106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106"/>
          <p:cNvSpPr txBox="1">
            <a:spLocks noGrp="1"/>
          </p:cNvSpPr>
          <p:nvPr>
            <p:ph type="title"/>
          </p:nvPr>
        </p:nvSpPr>
        <p:spPr>
          <a:xfrm>
            <a:off x="445233" y="1666016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0" name="Google Shape;380;p106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81" name="Google Shape;381;p106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82" name="Google Shape;382;p106"/>
          <p:cNvSpPr txBox="1">
            <a:spLocks noGrp="1"/>
          </p:cNvSpPr>
          <p:nvPr>
            <p:ph type="body" idx="4"/>
          </p:nvPr>
        </p:nvSpPr>
        <p:spPr>
          <a:xfrm>
            <a:off x="445233" y="4245568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3" name="Google Shape;383;p106"/>
          <p:cNvSpPr txBox="1">
            <a:spLocks noGrp="1"/>
          </p:cNvSpPr>
          <p:nvPr>
            <p:ph type="body" idx="5"/>
          </p:nvPr>
        </p:nvSpPr>
        <p:spPr>
          <a:xfrm>
            <a:off x="445233" y="3650369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4" name="Google Shape;384;p106"/>
          <p:cNvSpPr txBox="1">
            <a:spLocks noGrp="1"/>
          </p:cNvSpPr>
          <p:nvPr>
            <p:ph type="body" idx="6"/>
          </p:nvPr>
        </p:nvSpPr>
        <p:spPr>
          <a:xfrm>
            <a:off x="445233" y="3055170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ype">
  <p:cSld name="BIG_NUMBER">
    <p:bg>
      <p:bgPr>
        <a:solidFill>
          <a:schemeClr val="lt2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7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107"/>
          <p:cNvSpPr txBox="1"/>
          <p:nvPr/>
        </p:nvSpPr>
        <p:spPr>
          <a:xfrm>
            <a:off x="3306233" y="3047200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3600" b="0" i="0" u="none" strike="noStrike" cap="none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88" name="Google Shape;388;p107"/>
          <p:cNvGrpSpPr/>
          <p:nvPr/>
        </p:nvGrpSpPr>
        <p:grpSpPr>
          <a:xfrm rot="300228">
            <a:off x="1700980" y="722882"/>
            <a:ext cx="8797516" cy="5410206"/>
            <a:chOff x="1275767" y="542608"/>
            <a:chExt cx="6597898" cy="4056173"/>
          </a:xfrm>
        </p:grpSpPr>
        <p:grpSp>
          <p:nvGrpSpPr>
            <p:cNvPr id="389" name="Google Shape;389;p107"/>
            <p:cNvGrpSpPr/>
            <p:nvPr/>
          </p:nvGrpSpPr>
          <p:grpSpPr>
            <a:xfrm>
              <a:off x="1276090" y="891661"/>
              <a:ext cx="6596464" cy="3357717"/>
              <a:chOff x="1276090" y="891661"/>
              <a:chExt cx="6596464" cy="3357717"/>
            </a:xfrm>
          </p:grpSpPr>
          <p:sp>
            <p:nvSpPr>
              <p:cNvPr id="390" name="Google Shape;390;p107"/>
              <p:cNvSpPr/>
              <p:nvPr/>
            </p:nvSpPr>
            <p:spPr>
              <a:xfrm rot="-2190">
                <a:off x="6458573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91" name="Google Shape;391;p107"/>
              <p:cNvSpPr/>
              <p:nvPr/>
            </p:nvSpPr>
            <p:spPr>
              <a:xfrm rot="-2453" flipH="1">
                <a:off x="1277286" y="893727"/>
                <a:ext cx="4625401" cy="3354001"/>
              </a:xfrm>
              <a:prstGeom prst="snip1Rect">
                <a:avLst>
                  <a:gd name="adj" fmla="val 4969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92" name="Google Shape;392;p107"/>
              <p:cNvSpPr/>
              <p:nvPr/>
            </p:nvSpPr>
            <p:spPr>
              <a:xfrm rot="10797547" flipH="1">
                <a:off x="3245657" y="893311"/>
                <a:ext cx="4625701" cy="3354001"/>
              </a:xfrm>
              <a:prstGeom prst="snip1Rect">
                <a:avLst>
                  <a:gd name="adj" fmla="val 4966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93" name="Google Shape;393;p107"/>
              <p:cNvSpPr/>
              <p:nvPr/>
            </p:nvSpPr>
            <p:spPr>
              <a:xfrm rot="-2190">
                <a:off x="1277402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94" name="Google Shape;394;p107"/>
            <p:cNvSpPr/>
            <p:nvPr/>
          </p:nvSpPr>
          <p:spPr>
            <a:xfrm rot="-4517241">
              <a:off x="1416992" y="705337"/>
              <a:ext cx="1386770" cy="1361667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95" name="Google Shape;395;p107"/>
            <p:cNvSpPr/>
            <p:nvPr/>
          </p:nvSpPr>
          <p:spPr>
            <a:xfrm rot="6281922">
              <a:off x="6346506" y="3074687"/>
              <a:ext cx="1384510" cy="1363117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96" name="Google Shape;396;p107"/>
          <p:cNvSpPr txBox="1">
            <a:spLocks noGrp="1"/>
          </p:cNvSpPr>
          <p:nvPr>
            <p:ph type="title"/>
          </p:nvPr>
        </p:nvSpPr>
        <p:spPr>
          <a:xfrm>
            <a:off x="3306233" y="3047200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07"/>
          <p:cNvSpPr txBox="1">
            <a:spLocks noGrp="1"/>
          </p:cNvSpPr>
          <p:nvPr>
            <p:ph type="subTitle" idx="1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98" name="Google Shape;398;p107"/>
          <p:cNvSpPr txBox="1">
            <a:spLocks noGrp="1"/>
          </p:cNvSpPr>
          <p:nvPr>
            <p:ph type="subTitle" idx="2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" type="blank">
  <p:cSld name="BLANK">
    <p:bg>
      <p:bgPr>
        <a:solidFill>
          <a:schemeClr val="lt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8"/>
          <p:cNvSpPr txBox="1">
            <a:spLocks noGrp="1"/>
          </p:cNvSpPr>
          <p:nvPr>
            <p:ph type="sldNum" idx="12"/>
          </p:nvPr>
        </p:nvSpPr>
        <p:spPr>
          <a:xfrm>
            <a:off x="11090700" y="27406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108"/>
          <p:cNvSpPr txBox="1">
            <a:spLocks noGrp="1"/>
          </p:cNvSpPr>
          <p:nvPr>
            <p:ph type="subTitle" idx="1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402" name="Google Shape;402;p108"/>
          <p:cNvSpPr txBox="1">
            <a:spLocks noGrp="1"/>
          </p:cNvSpPr>
          <p:nvPr>
            <p:ph type="subTitle" idx="2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5601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6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7" name="Google Shape;437;p6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8" name="Google Shape;438;p6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9" name="Google Shape;439;p6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0" name="Google Shape;440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00324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8EF8-A476-47CE-8DE0-2F49C5395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E6223-3D62-4898-A14F-C0BC3F9C3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0568A-1185-4DE4-AE80-8A12A148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6D7BF-A836-4ADF-A441-BE8AB800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B1FCE-22FE-4738-B7F1-D1F5663C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76932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B5AA-79DE-4BFE-B251-4B4F64FFB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7B7B9-B6B7-4B34-91E2-CAE7445FA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70342-7C6B-4DA7-ADE8-ABE9C192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7BDA-3AD8-42AD-9087-64686DBF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D4B0D-D3CD-42D1-83E6-2B74E85BA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3598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0FCE3-44B5-4206-B2C4-46422DC3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18AD2-AE27-4F40-BDC8-6A3F74DB4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EA34C-BAC0-47BF-A73F-2FB6543B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20A40-CCA4-4070-9C1D-E0F808FB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25E4C-D9E5-4636-BB57-C2925D64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4864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006A-682B-4295-AF69-B81519414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63EDC-7C98-4743-A7E3-B49C71A73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495F7-4589-47BA-9085-692793544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9EC6A-FDFC-4CDB-900B-EB8126857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21981-A864-4101-BACF-FEBEE86D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3F707-88F1-4D8D-8C82-C0C2CED70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9218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265C-8C90-4342-9965-322AEB9A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0984D-FAE8-493C-8C8E-C436B0F96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3F33A-A6A7-4B67-B571-D6D60EF15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CF45E-4F7E-4D5C-B8FD-CD4D5FA45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FC852E-2FA3-4B44-BA95-00E4C4272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9C959-A91D-4D73-81C8-FFBA02D5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4B896-7444-404A-8D68-BFB2E5E6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3DCB7-FA06-4CBA-A9A2-AF0F1732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7086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E5BD-5925-49DB-9D5D-27517842E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E7A07-1F76-4B9C-80E6-74301178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17ADA-81D6-4B44-A02A-E7158C36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DBFC7-B26C-436C-93A8-E1D1E428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9677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65607-07DC-4802-840E-790B6B5C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19FCBB-A604-448A-A126-C930FD42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B7C4D-2D43-4A7C-8E28-C3CF3963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7867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1753-665E-4EFB-B587-8FBE8E62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5EF80-B4AA-409A-8C1D-B29CCE8B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4A319-FB6F-4B95-80CF-1759C67AB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3BBC4-7FA7-4D03-AABD-DF2EAE554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896D1-FFF4-4BBF-B58C-66813B9B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E39FC-17B2-4D78-8DA5-F6DA03C9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4456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8A61-2906-46BC-AF42-929A58244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8D4A2-6F71-4CB4-879F-70A9FEEEC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0C8DE-FA4E-4E9A-B1B7-543306485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2BC98-AD9C-425E-940D-9B1A7DF95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35046-3CAC-40CD-9217-ECF1CA6A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34B41-78B3-4F60-A9F3-8BEC56B5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3485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A01A-863A-4012-8AFF-B1F5BD99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FECE-F59B-436E-8BC5-77A57D477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ACBB9-165D-4A02-9C9C-28B7D69BB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7F77C-5E2B-4E82-8D54-9E19B761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37B89-8746-41A0-9C7F-F33F1FC58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4545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CA83AA-2DE6-42FF-A41E-0F2AE01E9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52AB3-F746-4876-965B-A21304B5A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D7DB7-9AB3-4054-848E-9098E0FE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BEA99-2ADA-4FCC-A87A-80D604BB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A9F16-FE61-4BAD-AA5B-5A08B205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4675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2.xml"/><Relationship Id="rId4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8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95" name="Google Shape;95;p48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0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marR="0" lvl="3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marR="0" lvl="4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96" name="Google Shape;96;p48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12" r:id="rId39"/>
    <p:sldLayoutId id="2147483737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3B80B-EE57-4A58-A23B-31A91D9A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71DE4-DCB8-4EDB-BACA-38FB86AE5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B5812-7DBA-4A8E-93A1-518E2AC0F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B997D-E6D3-4BB0-A633-981581A90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FB163-1BCC-4AA1-8E6A-C0CDDEBF2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05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Res18" Type="http://schemas.openxmlformats.org/officeDocument/2006/relationships/image" Target="../media/image_results2018.png"/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_results2018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5">
          <a:extLst>
            <a:ext uri="{FF2B5EF4-FFF2-40B4-BE49-F238E27FC236}">
              <a16:creationId xmlns:a16="http://schemas.microsoft.com/office/drawing/2014/main" id="{4191D11E-2ADA-34BC-E609-CB7BA6EC2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9">
            <a:extLst>
              <a:ext uri="{FF2B5EF4-FFF2-40B4-BE49-F238E27FC236}">
                <a16:creationId xmlns:a16="http://schemas.microsoft.com/office/drawing/2014/main" id="{9053C572-F437-E3FE-3A2F-14DB19FAD3E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58238" y="564453"/>
            <a:ext cx="9560987" cy="1116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algn="ctr">
              <a:lnSpc>
                <a:spcPct val="114999"/>
              </a:lnSpc>
              <a:spcBef>
                <a:spcPts val="1800"/>
              </a:spcBef>
              <a:spcAft>
                <a:spcPts val="500"/>
              </a:spcAft>
            </a:pPr>
            <a:r>
              <a:rPr lang="en-US" sz="4000" b="1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Progress Report &amp; Thesis Plan: Evaluating AMIRIS as a Substitute for Purchased Electricity Price Time Series</a:t>
            </a:r>
          </a:p>
        </p:txBody>
      </p:sp>
      <p:pic>
        <p:nvPicPr>
          <p:cNvPr id="657" name="Google Shape;657;p19" descr="Untitled">
            <a:extLst>
              <a:ext uri="{FF2B5EF4-FFF2-40B4-BE49-F238E27FC236}">
                <a16:creationId xmlns:a16="http://schemas.microsoft.com/office/drawing/2014/main" id="{850DFBB0-AE83-A8B3-E179-C567C06900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341" y="6218838"/>
            <a:ext cx="2741675" cy="47244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19">
            <a:extLst>
              <a:ext uri="{FF2B5EF4-FFF2-40B4-BE49-F238E27FC236}">
                <a16:creationId xmlns:a16="http://schemas.microsoft.com/office/drawing/2014/main" id="{02C0FD23-07B1-DA35-D2BE-4F3C302584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5" name="Google Shape;656;p19">
            <a:extLst>
              <a:ext uri="{FF2B5EF4-FFF2-40B4-BE49-F238E27FC236}">
                <a16:creationId xmlns:a16="http://schemas.microsoft.com/office/drawing/2014/main" id="{E8BBA39E-01E7-78A0-C4D4-4B5D4644E988}"/>
              </a:ext>
            </a:extLst>
          </p:cNvPr>
          <p:cNvSpPr txBox="1">
            <a:spLocks/>
          </p:cNvSpPr>
          <p:nvPr/>
        </p:nvSpPr>
        <p:spPr>
          <a:xfrm>
            <a:off x="5735873" y="3991286"/>
            <a:ext cx="6241465" cy="18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 xml:space="preserve">	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500"/>
              </a:spcAft>
              <a:buClr>
                <a:schemeClr val="accent1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Supervisor:</a:t>
            </a: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 Rohith Krishnan Bala Krishnan</a:t>
            </a:r>
            <a:endParaRPr lang="en-US" sz="2000" i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Presented by: 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Muideen Oladayo Ajiboye (471583)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: 13 July 2026</a:t>
            </a:r>
            <a:endParaRPr lang="en-US" sz="20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lnSpc>
                <a:spcPct val="114999"/>
              </a:lnSpc>
              <a:spcBef>
                <a:spcPts val="18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Wingdings"/>
              <a:buChar char="Ø"/>
            </a:pPr>
            <a:endParaRPr lang="en-US" sz="4000" b="1" i="1" dirty="0">
              <a:solidFill>
                <a:schemeClr val="accent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250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FED2-DF58-C389-8593-B3C0C26C3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8" y="2766150"/>
            <a:ext cx="10515600" cy="1325700"/>
          </a:xfrm>
        </p:spPr>
        <p:txBody>
          <a:bodyPr/>
          <a:lstStyle/>
          <a:p>
            <a:pPr algn="ctr"/>
            <a:r>
              <a:rPr lang="en-US" dirty="0"/>
              <a:t>Progress &amp; Plan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13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Motivation &amp; Research Question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The need: </a:t>
            </a:r>
            <a:r>
              <a:rPr lang="en-US" sz="1600" dirty="0"/>
              <a:t xml:space="preserve">the department’s Thuringia energy model requires hourly day-ahead electricity price time series (8,760 prices per year, German bidding zone) as an input.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Status quo: </a:t>
            </a:r>
            <a:r>
              <a:rPr lang="en-US" sz="1600" dirty="0"/>
              <a:t xml:space="preserve">these series are purchased from Energy Brainpool (Power2Sim scenario data).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The candidate: </a:t>
            </a:r>
            <a:r>
              <a:rPr lang="en-US" sz="1600" dirty="0"/>
              <a:t xml:space="preserve">AMIRIS – DLR’s open-source, agent-based electricity market model – produces the same kind of series at no cost, with full transparency.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Research question: </a:t>
            </a:r>
            <a:r>
              <a:rPr lang="en-US" sz="1600" dirty="0"/>
              <a:t xml:space="preserve">To what extent can AMIRIS reproduce German day-ahead price time series, and how does its accuracy compare with the commercially procured scenarios?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Proposed working title (for approval): </a:t>
            </a:r>
            <a:r>
              <a:rPr lang="en-US" sz="1600" dirty="0"/>
              <a:t xml:space="preserve">“Can Open-Source Market Simulation Substitute Purchased Electricity Price Time Series? Backtesting and Benchmarking AMIRIS for a Regional Energy Model”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Approach: Two Comparisons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Comparison 1 – Backtesting: </a:t>
            </a:r>
            <a:r>
              <a:rPr lang="en-US" sz="1600" dirty="0"/>
              <a:t xml:space="preserve">AMIRIS vs. real EPEX/SMARD prices for historical years – establishes model credibility against known ground truth.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Comparison 2 – Benchmarking: </a:t>
            </a:r>
            <a:r>
              <a:rPr lang="en-US" sz="1600" dirty="0"/>
              <a:t xml:space="preserve">AMIRIS vs. Energy Brainpool for a year covered by the department’s data, plus actual prices where that year already lies in the past.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Metrics: </a:t>
            </a:r>
            <a:r>
              <a:rPr lang="en-US" sz="1600" dirty="0"/>
              <a:t xml:space="preserve">mean/baseload price, MAE, RMSE, correlation, price duration curves, daily and seasonal profiles, negative-price and peak hours, wind/PV capture prices.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Key principle: </a:t>
            </a:r>
            <a:r>
              <a:rPr lang="en-US" sz="1600" dirty="0"/>
              <a:t xml:space="preserve">both models compute conditional scenarios, not forecasts – the comparison targets how faithfully each translates assumptions into realistic hourly price structure.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Work Completed: Pipeline Operational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Environment: </a:t>
            </a:r>
            <a:r>
              <a:rPr lang="en-US" sz="1600" dirty="0"/>
              <a:t xml:space="preserve">AMIRIS 4.1.2 (Java) with amirispy/fameio toolchain set up and working locally.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Simulation: </a:t>
            </a:r>
            <a:r>
              <a:rPr lang="en-US" sz="1600" dirty="0"/>
              <a:t xml:space="preserve">Germany2018 backtest scenario executed successfully – full year, 8,760 hours, all agent outputs (market price, dispatch, storage, traders).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Real data: </a:t>
            </a:r>
            <a:r>
              <a:rPr lang="en-US" sz="1600" dirty="0"/>
              <a:t xml:space="preserve">SMARD day-ahead prices obtained and merged across the 1 Oct 2018 bidding-zone split (DE-AT-LU → DE-LU); complete series with one negligible DST artifact.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Analysis tooling: </a:t>
            </a:r>
            <a:r>
              <a:rPr lang="en-US" sz="1600" dirty="0"/>
              <a:t xml:space="preserve">reusable Python scripts (merge + compare) reporting MAE, RMSE, correlation, split-period metrics, and overlay plots – applicable to every future run.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Multi-year validation: </a:t>
            </a:r>
            <a:r>
              <a:rPr lang="en-US" sz="1600" dirty="0"/>
              <a:t xml:space="preserve">completed for Germany 2015–2019 (5 of 5 available years) – all runs and comparisons executed, not merely feasible.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2018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Annual mean: </a:t>
            </a:r>
            <a:r>
              <a:rPr lang="en-US" sz="1500" dirty="0"/>
              <a:t xml:space="preserve">simulated 45.1 vs. real 44.5 EUR/MWh – bias only +0.6 EUR/MWh (≈1.4%).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Full year: </a:t>
            </a:r>
            <a:r>
              <a:rPr lang="en-US" sz="1500" dirty="0"/>
              <a:t xml:space="preserve">MAE 8.84, RMSE 11.72 EUR/MWh, correlation 0.773. </a:t>
            </a:r>
            <a:r>
              <a:rPr lang="en-US" sz="1500" b="1" dirty="0"/>
              <a:t xml:space="preserve">After the Oct zone split (like-for-like DE-LU): </a:t>
            </a:r>
            <a:r>
              <a:rPr lang="en-US" sz="1500" dirty="0"/>
              <a:t xml:space="preserve">correlation 0.847, MAE 8.25.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dirty="0"/>
              <a:t xml:space="preserve">Quality is comparable to DLR’s own published backtests – level, seasonal shape and spike timing match; spike magnitude is damped.</a:t>
            </a:r>
          </a:p>
        </p:txBody>
      </p:sp>
      <p:pic>
        <p:nvPicPr>
          <p:cNvPr id="900" name="Results chart 2018" descr="AMIRIS simulated vs real day-ahead price, Germany 2018"/>
          <p:cNvPicPr preferRelativeResize="0"/>
          <p:nvPr/>
        </p:nvPicPr>
        <p:blipFill rotWithShape="1">
          <a:blip r:embed="rIdRes18">
            <a:alphaModFix/>
          </a:blip>
          <a:srcRect/>
          <a:stretch/>
        </p:blipFill>
        <p:spPr>
          <a:xfrm>
            <a:off x="2396000" y="3400000"/>
            <a:ext cx="7400000" cy="26428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Multi-Year Backtest Results (2015–2019)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All five years now backtested: </a:t>
            </a:r>
            <a:r>
              <a:rPr lang="en-US" sz="1500" dirty="0"/>
              <a:t xml:space="preserve">identical run → extract → compare workflow repeated for Germany 2015–2017 and 2019, using amirispy and SMARD.de real prices for each year.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Best fit: </a:t>
            </a:r>
            <a:r>
              <a:rPr lang="en-US" sz="1500" dirty="0"/>
              <a:t xml:space="preserve">2016 and 2017 (MAE 4.96 / 5.70 EUR/MWh, correlation 0.83 / 0.87) – both clean single-zone years with no bidding-zone split.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Worst fit: </a:t>
            </a:r>
            <a:r>
              <a:rPr lang="en-US" sz="1500" dirty="0"/>
              <a:t xml:space="preserve">2018 (MAE 8.84, correlation 0.77) – the one year straddling the Oct 2018 DE-AT-LU → DE-LU zone split, confirming it as a genuine structural driver of error.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2019 holds up well: </a:t>
            </a:r>
            <a:r>
              <a:rPr lang="en-US" sz="1500" dirty="0"/>
              <a:t xml:space="preserve">MAE 5.37, correlation 0.857, despite being the most complex scenario (18 competing storage units) – added detail does not hurt the fit.</a:t>
            </a:r>
          </a:p>
        </p:txBody>
      </p:sp>
      <p:pic>
        <p:nvPicPr>
          <p:cNvPr id="736" name="Picture 735" descr="multiyear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3794760"/>
            <a:ext cx="868680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Root-Cause Analysis: Two Confirmed Model Gaps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Holiday zero-price floor (confirmed): </a:t>
            </a:r>
            <a:r>
              <a:rPr lang="en-US" sz="1500" dirty="0"/>
              <a:t xml:space="preserve">on 1 Jan/1 May, renewable traders are genuinely curtailed yet still clear at exactly 0 EUR/MWh (real: −49 to −76) – their bid is fixed at zero variable cost, not negative, unlike nuclear/lignite which do have negative bid bands.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Feb cold-snap overshoot (confirmed): </a:t>
            </a:r>
            <a:r>
              <a:rPr lang="en-US" sz="1500" dirty="0"/>
              <a:t xml:space="preserve">checked CO2 price (–47% vs. annual avg), fuel prices (~normal) and outages (better than average) for 5–19 Feb – none explain the overshoot; the real driver is demand +14% above average with no cross-border import relief in this single-zone model.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Damped spikes: </a:t>
            </a:r>
            <a:r>
              <a:rPr lang="en-US" sz="1500" dirty="0"/>
              <a:t xml:space="preserve">spike timing correct but peak height undershot (e.g. 9 Oct 19:00: 62 vs. 110 EUR/MWh) – consistent with the same no-import-relief limitation.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Two distinct, independent model limitations, not one bug – both point to concrete, testable model changes.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Immediate Next Steps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Implement negative-bid experiment: </a:t>
            </a:r>
            <a:r>
              <a:rPr lang="en-US" sz="1600" dirty="0"/>
              <a:t xml:space="preserve">extend RenewableTrader/NoSupportTrader bidding to allow negative markups on curtailment hours; re-run Germany2018 and re-check the holiday duration-curve tail.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Cross-border sensitivity test: </a:t>
            </a:r>
            <a:r>
              <a:rPr lang="en-US" sz="1600" dirty="0"/>
              <a:t xml:space="preserve">add a simple net import/export adjustment to load for high-demand periods; re-test the Feb 2018 window to see if the overshoot shrinks.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Investigate 2015: </a:t>
            </a:r>
            <a:r>
              <a:rPr lang="en-US" sz="1600" dirty="0"/>
              <a:t xml:space="preserve">apply the same root-cause approach to its weaker (0.774) correlation, once a complete Jan 1–4 real-price series is available.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Writing: </a:t>
            </a:r>
            <a:r>
              <a:rPr lang="en-US" sz="1600" dirty="0"/>
              <a:t xml:space="preserve">draft the model description and methodology chapters now, using the five-year backtest as the core evidence base.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Remaining Timeline (~9 Weeks)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1–2  </a:t>
            </a:r>
            <a:r>
              <a:rPr lang="en-US" sz="1600" dirty="0"/>
              <a:t xml:space="preserve">Negative-price and cross-border experiments (multi-year backtests 2015–2019 completed ahead of schedule); model description chapter.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3–4  </a:t>
            </a:r>
            <a:r>
              <a:rPr lang="en-US" sz="1600" dirty="0"/>
              <a:t xml:space="preserve">Consolidate backtesting results; methodology chapter; obtain and verify Brainpool data.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5–6  </a:t>
            </a:r>
            <a:r>
              <a:rPr lang="en-US" sz="1600" dirty="0"/>
              <a:t xml:space="preserve">Benchmarking: AMIRIS vs. Brainpool vs. actuals for the agreed comparison year; results chapter.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7–8  </a:t>
            </a:r>
            <a:r>
              <a:rPr lang="en-US" sz="1600" dirty="0"/>
              <a:t xml:space="preserve">Discussion (substitution verdict), introduction, conclusion.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 9  </a:t>
            </a:r>
            <a:r>
              <a:rPr lang="en-US" sz="1600" dirty="0"/>
              <a:t xml:space="preserve">Formatting, references, final buffer (3–4 days reserved).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Writing rule: </a:t>
            </a:r>
            <a:r>
              <a:rPr lang="en-US" sz="1600" dirty="0"/>
              <a:t xml:space="preserve">~40% of total time on writing, distributed across all phases.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Inputs Needed Today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1. </a:t>
            </a:r>
            <a:r>
              <a:rPr lang="en-US" sz="1600" dirty="0"/>
              <a:t xml:space="preserve">Approval of the working title and the scoped plan (backtesting + one benchmarking year).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2. </a:t>
            </a:r>
            <a:r>
              <a:rPr lang="en-US" sz="1600" dirty="0"/>
              <a:t xml:space="preserve">Brainpool data: which years/vintages do we hold? Hourly or aggregated? Which scenario(s)? Real or nominal EUR? Format, access, licensing for thesis use?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3. </a:t>
            </a:r>
            <a:r>
              <a:rPr lang="en-US" sz="1600" dirty="0"/>
              <a:t xml:space="preserve">Which quantities does the Thuringia model actually consume – full hourly series or derived values (annual means, capture prices)? This selects the decisive metrics.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4. </a:t>
            </a:r>
            <a:r>
              <a:rPr lang="en-US" sz="1600" dirty="0"/>
              <a:t xml:space="preserve">Preferred comparison year – ideally a projected year that has since become the past, enabling the three-way test (AMIRIS vs. Brainpool vs. actuals).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5. </a:t>
            </a:r>
            <a:r>
              <a:rPr lang="en-US" sz="1600" dirty="0"/>
              <a:t xml:space="preserve">Check-in cadence – proposal: short bi-weekly progress updates.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4554746B-D50B-DA01-2F0C-00982D9A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9CFAF782-B919-5199-03A6-6513C02AC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934720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US" b="1" dirty="0"/>
              <a:t>Summary &amp; Requests</a:t>
            </a: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D75122A6-3B79-1388-72E9-6E4FEDC7EB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691263D3-DC0C-B93D-1088-FAA437FA74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4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A3998-4944-D891-19F3-0A6BE866B853}"/>
              </a:ext>
            </a:extLst>
          </p:cNvPr>
          <p:cNvSpPr txBox="1"/>
          <p:nvPr/>
        </p:nvSpPr>
        <p:spPr>
          <a:xfrm>
            <a:off x="1160206" y="1873722"/>
            <a:ext cx="83672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/>
              <a:t xml:space="preserve">Working pipeline: </a:t>
            </a:r>
            <a:r>
              <a:rPr lang="en-US" sz="1600" dirty="0"/>
              <a:t xml:space="preserve">AMIRIS runs, real data merged, comparison tooling built and reusable – now validated across all five available years.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 xml:space="preserve">Five-year backtest complete: </a:t>
            </a:r>
            <a:r>
              <a:rPr lang="en-US" sz="1600" dirty="0"/>
              <a:t xml:space="preserve">correlation 0.77–0.87, best in 2016/2017, weakest in 2018 (confirmed: zone-split year) – quality comparable to DLR’s published backtests.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 xml:space="preserve">Two confirmed root causes: </a:t>
            </a:r>
            <a:r>
              <a:rPr lang="en-US" sz="1600" dirty="0"/>
              <a:t xml:space="preserve">renewable bidding cannot go negative (holiday events); no cross-border trade modelled (cold-snap overshoot) – concrete, testable fixes identified.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 xml:space="preserve">Requested today: </a:t>
            </a:r>
            <a:r>
              <a:rPr lang="en-US" sz="1600" dirty="0"/>
              <a:t xml:space="preserve">title approval, Brainpool data access and specification, choice of comparison year.</a:t>
            </a:r>
          </a:p>
        </p:txBody>
      </p:sp>
    </p:spTree>
    <p:extLst>
      <p:ext uri="{BB962C8B-B14F-4D97-AF65-F5344CB8AC3E}">
        <p14:creationId xmlns:p14="http://schemas.microsoft.com/office/powerpoint/2010/main" val="350387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28</Words>
  <Application>Microsoft Office PowerPoint</Application>
  <PresentationFormat>Widescreen</PresentationFormat>
  <Paragraphs>22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Inter Tight SemiBold</vt:lpstr>
      <vt:lpstr>Calibri Light</vt:lpstr>
      <vt:lpstr>Wingdings</vt:lpstr>
      <vt:lpstr>Inter Tight</vt:lpstr>
      <vt:lpstr>Inter Tight Medium</vt:lpstr>
      <vt:lpstr>Office Theme</vt:lpstr>
      <vt:lpstr>Lesson 1</vt:lpstr>
      <vt:lpstr>Office Theme</vt:lpstr>
      <vt:lpstr>SDG NAME</vt:lpstr>
      <vt:lpstr>Indicator</vt:lpstr>
      <vt:lpstr>heading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Cycle Assessment(LCA) Impact Categories</dc:title>
  <dc:creator>Shubham Brahmkshatriy</dc:creator>
  <cp:lastModifiedBy>Syed Hussain Danish</cp:lastModifiedBy>
  <cp:revision>765</cp:revision>
  <dcterms:created xsi:type="dcterms:W3CDTF">2025-05-17T19:08:11Z</dcterms:created>
  <dcterms:modified xsi:type="dcterms:W3CDTF">2026-06-19T14:56:58Z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77A5A772DBAE41BDA729E1F1C6215462_12</vt:lpwstr>
  </property>
  <property fmtid="{D5CDD505-2E9C-101B-9397-08002B2CF9AE}" pid="3" name="KSOProductBuildVer">
    <vt:lpwstr>2057-12.2.0.20796</vt:lpwstr>
  </property>
</Properties>
</file>