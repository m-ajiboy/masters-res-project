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13" r:id="rId1"/>
    <p:sldMasterId id="2147483661" r:id="rId2"/>
    <p:sldMasterId id="2147483725" r:id="rId3"/>
  </p:sldMasterIdLst>
  <p:notesMasterIdLst>
    <p:notesMasterId r:id="rId8"/>
  </p:notesMasterIdLst>
  <p:sldIdLst>
    <p:sldId id="314" r:id="rId4"/>
    <p:sldId id="329" r:id="rId5"/>
    <p:sldId id="330" r:id="rId6"/>
    <p:sldId id="364" r:id="rId74"/>
    <p:sldId id="365" r:id="rId75"/>
    <p:sldId id="366" r:id="rId76"/>
    <p:sldId id="367" r:id="rId77"/>
    <p:sldId id="368" r:id="rId78"/>
    <p:sldId id="369" r:id="rId79"/>
    <p:sldId id="370" r:id="rId80"/>
    <p:sldId id="363" r:id="rId7"/>
  </p:sldIdLst>
  <p:sldSz cx="12192000" cy="6858000"/>
  <p:notesSz cx="6858000" cy="9144000"/>
  <p:embeddedFontLst>
    <p:embeddedFont>
      <p:font typeface="Inter Tight" panose="020B0604020202020204" charset="0"/>
      <p:regular r:id="rId9"/>
      <p:bold r:id="rId10"/>
      <p:italic r:id="rId11"/>
      <p:boldItalic r:id="rId12"/>
    </p:embeddedFont>
    <p:embeddedFont>
      <p:font typeface="Inter Tight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tf0F+41Kl612nkVUgLkpcbtgx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AD7D49-C064-424F-92F3-4E2EBC6DFEB3}">
  <a:tblStyle styleId="{07AD7D49-C064-424F-92F3-4E2EBC6DFE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60EF580-F2A9-45B6-A663-F4C5D8FDB2DD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font" Target="fonts/font4.fntdata"/><Relationship Id="rId71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3.fntdata"/><Relationship Id="rId5" Type="http://schemas.openxmlformats.org/officeDocument/2006/relationships/slide" Target="slides/slide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7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69" Type="http://customschemas.google.com/relationships/presentationmetadata" Target="metadata"/><Relationship Id="rId74" Type="http://schemas.openxmlformats.org/officeDocument/2006/relationships/slide" Target="slides/slide5.xml"/><Relationship Id="rId75" Type="http://schemas.openxmlformats.org/officeDocument/2006/relationships/slide" Target="slides/slide6.xml"/><Relationship Id="rId76" Type="http://schemas.openxmlformats.org/officeDocument/2006/relationships/slide" Target="slides/slide7.xml"/><Relationship Id="rId77" Type="http://schemas.openxmlformats.org/officeDocument/2006/relationships/slide" Target="slides/slide8.xml"/><Relationship Id="rId78" Type="http://schemas.openxmlformats.org/officeDocument/2006/relationships/slide" Target="slides/slide9.xml"/><Relationship Id="rId79" Type="http://schemas.openxmlformats.org/officeDocument/2006/relationships/slide" Target="slides/slide10.xml"/><Relationship Id="rId80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>
          <a:extLst>
            <a:ext uri="{FF2B5EF4-FFF2-40B4-BE49-F238E27FC236}">
              <a16:creationId xmlns:a16="http://schemas.microsoft.com/office/drawing/2014/main" id="{A1734258-795A-6B28-EC29-B2779F6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:notes">
            <a:extLst>
              <a:ext uri="{FF2B5EF4-FFF2-40B4-BE49-F238E27FC236}">
                <a16:creationId xmlns:a16="http://schemas.microsoft.com/office/drawing/2014/main" id="{490F2E55-EAF3-1DAD-1514-48F864CE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9:notes">
            <a:extLst>
              <a:ext uri="{FF2B5EF4-FFF2-40B4-BE49-F238E27FC236}">
                <a16:creationId xmlns:a16="http://schemas.microsoft.com/office/drawing/2014/main" id="{30A67E56-671E-6571-8E78-DA449851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743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5E74DF5D-3489-3D19-B60B-3F8B4F0F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AF9C44A1-54D8-BC51-5E4C-514D03A75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05FD0817-4276-DC6F-BF88-E1E1E23F2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9266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>
          <a:extLst>
            <a:ext uri="{FF2B5EF4-FFF2-40B4-BE49-F238E27FC236}">
              <a16:creationId xmlns:a16="http://schemas.microsoft.com/office/drawing/2014/main" id="{10FD2CAA-D497-BC2D-54A8-F2A6340D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:notes">
            <a:extLst>
              <a:ext uri="{FF2B5EF4-FFF2-40B4-BE49-F238E27FC236}">
                <a16:creationId xmlns:a16="http://schemas.microsoft.com/office/drawing/2014/main" id="{E231CFF2-555B-4326-3D77-317505788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:notes">
            <a:extLst>
              <a:ext uri="{FF2B5EF4-FFF2-40B4-BE49-F238E27FC236}">
                <a16:creationId xmlns:a16="http://schemas.microsoft.com/office/drawing/2014/main" id="{71A1D26D-30A8-403F-C18C-2D3499C1F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7854864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6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600" cy="197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504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66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8" name="Google Shape;88;p66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89" name="Google Shape;89;p66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66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66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66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6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3">
  <p:cSld name="MAIN_POINT_1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>
            <a:spLocks noGrp="1"/>
          </p:cNvSpPr>
          <p:nvPr>
            <p:ph type="pic" idx="2"/>
          </p:nvPr>
        </p:nvSpPr>
        <p:spPr>
          <a:xfrm rot="-300071">
            <a:off x="713847" y="1200402"/>
            <a:ext cx="4356686" cy="4389523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1" name="Google Shape;101;p50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50"/>
          <p:cNvSpPr txBox="1">
            <a:spLocks noGrp="1"/>
          </p:cNvSpPr>
          <p:nvPr>
            <p:ph type="title"/>
          </p:nvPr>
        </p:nvSpPr>
        <p:spPr>
          <a:xfrm>
            <a:off x="6939500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0"/>
          <p:cNvSpPr txBox="1">
            <a:spLocks noGrp="1"/>
          </p:cNvSpPr>
          <p:nvPr>
            <p:ph type="body" idx="1"/>
          </p:nvPr>
        </p:nvSpPr>
        <p:spPr>
          <a:xfrm>
            <a:off x="6939500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p50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05" name="Google Shape;105;p50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s" type="tx">
  <p:cSld name="TITLE_AND_BODY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1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8" name="Google Shape;108;p51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9" name="Google Shape;109;p5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1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5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5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13" name="Google Shape;113;p5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2">
  <p:cSld name="MAIN_POIN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2"/>
          <p:cNvSpPr>
            <a:spLocks noGrp="1"/>
          </p:cNvSpPr>
          <p:nvPr>
            <p:ph type="pic" idx="2"/>
          </p:nvPr>
        </p:nvSpPr>
        <p:spPr>
          <a:xfrm rot="300178">
            <a:off x="6537643" y="1127807"/>
            <a:ext cx="5266765" cy="4609786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6" name="Google Shape;116;p5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52"/>
          <p:cNvSpPr txBox="1">
            <a:spLocks noGrp="1"/>
          </p:cNvSpPr>
          <p:nvPr>
            <p:ph type="title"/>
          </p:nvPr>
        </p:nvSpPr>
        <p:spPr>
          <a:xfrm>
            <a:off x="445233" y="1666044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2"/>
          <p:cNvSpPr txBox="1">
            <a:spLocks noGrp="1"/>
          </p:cNvSpPr>
          <p:nvPr>
            <p:ph type="body" idx="1"/>
          </p:nvPr>
        </p:nvSpPr>
        <p:spPr>
          <a:xfrm>
            <a:off x="445233" y="3055187"/>
            <a:ext cx="48828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52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120" name="Google Shape;120;p52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3"/>
          <p:cNvSpPr txBox="1">
            <a:spLocks noGrp="1"/>
          </p:cNvSpPr>
          <p:nvPr>
            <p:ph type="title"/>
          </p:nvPr>
        </p:nvSpPr>
        <p:spPr>
          <a:xfrm>
            <a:off x="903100" y="2443700"/>
            <a:ext cx="4289700" cy="19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53"/>
          <p:cNvSpPr txBox="1">
            <a:spLocks noGrp="1"/>
          </p:cNvSpPr>
          <p:nvPr>
            <p:ph type="subTitle" idx="1"/>
          </p:nvPr>
        </p:nvSpPr>
        <p:spPr>
          <a:xfrm>
            <a:off x="5875533" y="52500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5" name="Google Shape;125;p53"/>
          <p:cNvSpPr txBox="1">
            <a:spLocks noGrp="1"/>
          </p:cNvSpPr>
          <p:nvPr>
            <p:ph type="subTitle" idx="2"/>
          </p:nvPr>
        </p:nvSpPr>
        <p:spPr>
          <a:xfrm>
            <a:off x="5875533" y="1535606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6" name="Google Shape;126;p53"/>
          <p:cNvSpPr txBox="1">
            <a:spLocks noGrp="1"/>
          </p:cNvSpPr>
          <p:nvPr>
            <p:ph type="subTitle" idx="3"/>
          </p:nvPr>
        </p:nvSpPr>
        <p:spPr>
          <a:xfrm>
            <a:off x="5875533" y="4567427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7" name="Google Shape;127;p53"/>
          <p:cNvSpPr txBox="1">
            <a:spLocks noGrp="1"/>
          </p:cNvSpPr>
          <p:nvPr>
            <p:ph type="subTitle" idx="4"/>
          </p:nvPr>
        </p:nvSpPr>
        <p:spPr>
          <a:xfrm>
            <a:off x="5875533" y="254621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8" name="Google Shape;128;p53"/>
          <p:cNvSpPr txBox="1">
            <a:spLocks noGrp="1"/>
          </p:cNvSpPr>
          <p:nvPr>
            <p:ph type="subTitle" idx="5"/>
          </p:nvPr>
        </p:nvSpPr>
        <p:spPr>
          <a:xfrm>
            <a:off x="5875533" y="5578033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29" name="Google Shape;129;p53"/>
          <p:cNvSpPr txBox="1">
            <a:spLocks noGrp="1"/>
          </p:cNvSpPr>
          <p:nvPr>
            <p:ph type="subTitle" idx="6"/>
          </p:nvPr>
        </p:nvSpPr>
        <p:spPr>
          <a:xfrm>
            <a:off x="5875533" y="3556820"/>
            <a:ext cx="58797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76"/>
          <p:cNvGrpSpPr/>
          <p:nvPr/>
        </p:nvGrpSpPr>
        <p:grpSpPr>
          <a:xfrm rot="299971">
            <a:off x="164311" y="-736636"/>
            <a:ext cx="11869956" cy="8325992"/>
            <a:chOff x="123132" y="-551300"/>
            <a:chExt cx="8902204" cy="6242265"/>
          </a:xfrm>
        </p:grpSpPr>
        <p:grpSp>
          <p:nvGrpSpPr>
            <p:cNvPr id="132" name="Google Shape;132;p76"/>
            <p:cNvGrpSpPr/>
            <p:nvPr/>
          </p:nvGrpSpPr>
          <p:grpSpPr>
            <a:xfrm>
              <a:off x="123733" y="-78561"/>
              <a:ext cx="8901003" cy="5296801"/>
              <a:chOff x="123733" y="-78561"/>
              <a:chExt cx="8901003" cy="5296801"/>
            </a:xfrm>
          </p:grpSpPr>
          <p:sp>
            <p:nvSpPr>
              <p:cNvPr id="133" name="Google Shape;133;p76"/>
              <p:cNvSpPr/>
              <p:nvPr/>
            </p:nvSpPr>
            <p:spPr>
              <a:xfrm rot="-1623">
                <a:off x="7117078" y="2014308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134" name="Google Shape;134;p76"/>
              <p:cNvSpPr/>
              <p:nvPr/>
            </p:nvSpPr>
            <p:spPr>
              <a:xfrm rot="-1487" flipH="1">
                <a:off x="124878" y="-77211"/>
                <a:ext cx="6242101" cy="5294101"/>
              </a:xfrm>
              <a:prstGeom prst="snip1Rect">
                <a:avLst>
                  <a:gd name="adj" fmla="val 4248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5" name="Google Shape;135;p76"/>
              <p:cNvSpPr/>
              <p:nvPr/>
            </p:nvSpPr>
            <p:spPr>
              <a:xfrm rot="10798513" flipH="1">
                <a:off x="2781192" y="-76291"/>
                <a:ext cx="6242401" cy="5289901"/>
              </a:xfrm>
              <a:prstGeom prst="snip1Rect">
                <a:avLst>
                  <a:gd name="adj" fmla="val 42496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136" name="Google Shape;136;p76"/>
              <p:cNvSpPr/>
              <p:nvPr/>
            </p:nvSpPr>
            <p:spPr>
              <a:xfrm rot="-1623">
                <a:off x="125125" y="1250275"/>
                <a:ext cx="1906200" cy="1875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137" name="Google Shape;137;p76"/>
            <p:cNvSpPr/>
            <p:nvPr/>
          </p:nvSpPr>
          <p:spPr>
            <a:xfrm rot="-4516116">
              <a:off x="314234" y="-331781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138" name="Google Shape;138;p76"/>
            <p:cNvSpPr/>
            <p:nvPr/>
          </p:nvSpPr>
          <p:spPr>
            <a:xfrm rot="6283884">
              <a:off x="6963128" y="3633522"/>
              <a:ext cx="1871106" cy="1837925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139" name="Google Shape;139;p76"/>
          <p:cNvSpPr txBox="1">
            <a:spLocks noGrp="1"/>
          </p:cNvSpPr>
          <p:nvPr>
            <p:ph type="ctrTitle"/>
          </p:nvPr>
        </p:nvSpPr>
        <p:spPr>
          <a:xfrm>
            <a:off x="2435100" y="2079433"/>
            <a:ext cx="7326300" cy="20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40" name="Google Shape;140;p76"/>
          <p:cNvSpPr txBox="1">
            <a:spLocks noGrp="1"/>
          </p:cNvSpPr>
          <p:nvPr>
            <p:ph type="subTitle" idx="1"/>
          </p:nvPr>
        </p:nvSpPr>
        <p:spPr>
          <a:xfrm>
            <a:off x="2435100" y="4336633"/>
            <a:ext cx="73263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nter Tight Medium"/>
              <a:buNone/>
              <a:defRPr sz="32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7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43" name="Google Shape;143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47" name="Google Shape;147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79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body" idx="2"/>
          </p:nvPr>
        </p:nvSpPr>
        <p:spPr>
          <a:xfrm>
            <a:off x="6443200" y="1536634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_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8" name="Google Shape;158;p8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159" name="Google Shape;159;p8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2" name="Google Shape;162;p8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66" name="Google Shape;166;p83"/>
          <p:cNvSpPr txBox="1">
            <a:spLocks noGrp="1"/>
          </p:cNvSpPr>
          <p:nvPr>
            <p:ph type="subTitle" idx="1"/>
          </p:nvPr>
        </p:nvSpPr>
        <p:spPr>
          <a:xfrm>
            <a:off x="354000" y="3737434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167" name="Google Shape;167;p83"/>
          <p:cNvSpPr txBox="1">
            <a:spLocks noGrp="1"/>
          </p:cNvSpPr>
          <p:nvPr>
            <p:ph type="body" idx="2"/>
          </p:nvPr>
        </p:nvSpPr>
        <p:spPr>
          <a:xfrm>
            <a:off x="6586000" y="965434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8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1" name="Google Shape;171;p8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5"/>
          <p:cNvSpPr txBox="1">
            <a:spLocks noGrp="1"/>
          </p:cNvSpPr>
          <p:nvPr>
            <p:ph type="title"/>
          </p:nvPr>
        </p:nvSpPr>
        <p:spPr>
          <a:xfrm>
            <a:off x="415600" y="1474834"/>
            <a:ext cx="11360700" cy="26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00"/>
              <a:buNone/>
              <a:defRPr sz="15500"/>
            </a:lvl9pPr>
          </a:lstStyle>
          <a:p>
            <a:endParaRPr/>
          </a:p>
        </p:txBody>
      </p:sp>
      <p:sp>
        <p:nvSpPr>
          <p:cNvPr id="174" name="Google Shape;174;p85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8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6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86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5965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86"/>
          <p:cNvSpPr>
            <a:spLocks noGrp="1"/>
          </p:cNvSpPr>
          <p:nvPr>
            <p:ph type="pic" idx="2"/>
          </p:nvPr>
        </p:nvSpPr>
        <p:spPr>
          <a:xfrm>
            <a:off x="6656032" y="1537033"/>
            <a:ext cx="4608300" cy="45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8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87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84" name="Google Shape;184;p87"/>
          <p:cNvSpPr txBox="1">
            <a:spLocks noGrp="1"/>
          </p:cNvSpPr>
          <p:nvPr>
            <p:ph type="body" idx="1"/>
          </p:nvPr>
        </p:nvSpPr>
        <p:spPr>
          <a:xfrm>
            <a:off x="644200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5" name="Google Shape;185;p87"/>
          <p:cNvSpPr txBox="1">
            <a:spLocks noGrp="1"/>
          </p:cNvSpPr>
          <p:nvPr>
            <p:ph type="body" idx="2"/>
          </p:nvPr>
        </p:nvSpPr>
        <p:spPr>
          <a:xfrm>
            <a:off x="6730667" y="2983717"/>
            <a:ext cx="48264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86" name="Google Shape;186;p87"/>
          <p:cNvSpPr txBox="1">
            <a:spLocks noGrp="1"/>
          </p:cNvSpPr>
          <p:nvPr>
            <p:ph type="subTitle" idx="3"/>
          </p:nvPr>
        </p:nvSpPr>
        <p:spPr>
          <a:xfrm>
            <a:off x="644200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87" name="Google Shape;187;p87"/>
          <p:cNvSpPr txBox="1">
            <a:spLocks noGrp="1"/>
          </p:cNvSpPr>
          <p:nvPr>
            <p:ph type="subTitle" idx="4"/>
          </p:nvPr>
        </p:nvSpPr>
        <p:spPr>
          <a:xfrm>
            <a:off x="6730667" y="1781548"/>
            <a:ext cx="4826400" cy="7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88"/>
          <p:cNvSpPr txBox="1">
            <a:spLocks noGrp="1"/>
          </p:cNvSpPr>
          <p:nvPr>
            <p:ph type="body" idx="1"/>
          </p:nvPr>
        </p:nvSpPr>
        <p:spPr>
          <a:xfrm>
            <a:off x="6442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1" name="Google Shape;191;p88"/>
          <p:cNvSpPr txBox="1">
            <a:spLocks noGrp="1"/>
          </p:cNvSpPr>
          <p:nvPr>
            <p:ph type="body" idx="2"/>
          </p:nvPr>
        </p:nvSpPr>
        <p:spPr>
          <a:xfrm>
            <a:off x="44636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2" name="Google Shape;192;p88"/>
          <p:cNvSpPr txBox="1">
            <a:spLocks noGrp="1"/>
          </p:cNvSpPr>
          <p:nvPr>
            <p:ph type="body" idx="3"/>
          </p:nvPr>
        </p:nvSpPr>
        <p:spPr>
          <a:xfrm>
            <a:off x="8283033" y="3223333"/>
            <a:ext cx="3273900" cy="3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88"/>
          <p:cNvSpPr txBox="1">
            <a:spLocks noGrp="1"/>
          </p:cNvSpPr>
          <p:nvPr>
            <p:ph type="title"/>
          </p:nvPr>
        </p:nvSpPr>
        <p:spPr>
          <a:xfrm>
            <a:off x="644233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194" name="Google Shape;194;p88"/>
          <p:cNvSpPr txBox="1">
            <a:spLocks noGrp="1"/>
          </p:cNvSpPr>
          <p:nvPr>
            <p:ph type="subTitle" idx="4"/>
          </p:nvPr>
        </p:nvSpPr>
        <p:spPr>
          <a:xfrm>
            <a:off x="6442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5" name="Google Shape;195;p88"/>
          <p:cNvSpPr txBox="1">
            <a:spLocks noGrp="1"/>
          </p:cNvSpPr>
          <p:nvPr>
            <p:ph type="subTitle" idx="5"/>
          </p:nvPr>
        </p:nvSpPr>
        <p:spPr>
          <a:xfrm>
            <a:off x="44636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96" name="Google Shape;196;p88"/>
          <p:cNvSpPr txBox="1">
            <a:spLocks noGrp="1"/>
          </p:cNvSpPr>
          <p:nvPr>
            <p:ph type="subTitle" idx="6"/>
          </p:nvPr>
        </p:nvSpPr>
        <p:spPr>
          <a:xfrm>
            <a:off x="8283033" y="1781533"/>
            <a:ext cx="32739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89"/>
          <p:cNvSpPr txBox="1">
            <a:spLocks noGrp="1"/>
          </p:cNvSpPr>
          <p:nvPr>
            <p:ph type="body" idx="1"/>
          </p:nvPr>
        </p:nvSpPr>
        <p:spPr>
          <a:xfrm>
            <a:off x="488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89"/>
          <p:cNvSpPr txBox="1">
            <a:spLocks noGrp="1"/>
          </p:cNvSpPr>
          <p:nvPr>
            <p:ph type="body" idx="2"/>
          </p:nvPr>
        </p:nvSpPr>
        <p:spPr>
          <a:xfrm>
            <a:off x="6584967" y="2345458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89"/>
          <p:cNvSpPr txBox="1">
            <a:spLocks noGrp="1"/>
          </p:cNvSpPr>
          <p:nvPr>
            <p:ph type="body" idx="3"/>
          </p:nvPr>
        </p:nvSpPr>
        <p:spPr>
          <a:xfrm>
            <a:off x="489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89"/>
          <p:cNvSpPr txBox="1">
            <a:spLocks noGrp="1"/>
          </p:cNvSpPr>
          <p:nvPr>
            <p:ph type="body" idx="4"/>
          </p:nvPr>
        </p:nvSpPr>
        <p:spPr>
          <a:xfrm>
            <a:off x="6585000" y="4864766"/>
            <a:ext cx="5118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89"/>
          <p:cNvSpPr txBox="1">
            <a:spLocks noGrp="1"/>
          </p:cNvSpPr>
          <p:nvPr>
            <p:ph type="title"/>
          </p:nvPr>
        </p:nvSpPr>
        <p:spPr>
          <a:xfrm>
            <a:off x="489000" y="600034"/>
            <a:ext cx="10912800" cy="10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204" name="Google Shape;204;p89"/>
          <p:cNvSpPr txBox="1">
            <a:spLocks noGrp="1"/>
          </p:cNvSpPr>
          <p:nvPr>
            <p:ph type="subTitle" idx="5"/>
          </p:nvPr>
        </p:nvSpPr>
        <p:spPr>
          <a:xfrm>
            <a:off x="489017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5" name="Google Shape;205;p89"/>
          <p:cNvSpPr txBox="1">
            <a:spLocks noGrp="1"/>
          </p:cNvSpPr>
          <p:nvPr>
            <p:ph type="subTitle" idx="6"/>
          </p:nvPr>
        </p:nvSpPr>
        <p:spPr>
          <a:xfrm>
            <a:off x="6584984" y="1703876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6" name="Google Shape;206;p89"/>
          <p:cNvSpPr txBox="1">
            <a:spLocks noGrp="1"/>
          </p:cNvSpPr>
          <p:nvPr>
            <p:ph type="subTitle" idx="7"/>
          </p:nvPr>
        </p:nvSpPr>
        <p:spPr>
          <a:xfrm>
            <a:off x="6585015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7" name="Google Shape;207;p89"/>
          <p:cNvSpPr txBox="1">
            <a:spLocks noGrp="1"/>
          </p:cNvSpPr>
          <p:nvPr>
            <p:ph type="subTitle" idx="8"/>
          </p:nvPr>
        </p:nvSpPr>
        <p:spPr>
          <a:xfrm>
            <a:off x="489000" y="4223150"/>
            <a:ext cx="5118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90"/>
          <p:cNvSpPr>
            <a:spLocks noGrp="1"/>
          </p:cNvSpPr>
          <p:nvPr>
            <p:ph type="pic" idx="2"/>
          </p:nvPr>
        </p:nvSpPr>
        <p:spPr>
          <a:xfrm>
            <a:off x="415600" y="1560566"/>
            <a:ext cx="113607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1"/>
          <p:cNvSpPr txBox="1">
            <a:spLocks noGrp="1"/>
          </p:cNvSpPr>
          <p:nvPr>
            <p:ph type="body" idx="1"/>
          </p:nvPr>
        </p:nvSpPr>
        <p:spPr>
          <a:xfrm>
            <a:off x="415600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4" name="Google Shape;214;p91"/>
          <p:cNvSpPr>
            <a:spLocks noGrp="1"/>
          </p:cNvSpPr>
          <p:nvPr>
            <p:ph type="pic" idx="2"/>
          </p:nvPr>
        </p:nvSpPr>
        <p:spPr>
          <a:xfrm>
            <a:off x="64064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91"/>
          <p:cNvSpPr>
            <a:spLocks noGrp="1"/>
          </p:cNvSpPr>
          <p:nvPr>
            <p:ph type="pic" idx="3"/>
          </p:nvPr>
        </p:nvSpPr>
        <p:spPr>
          <a:xfrm>
            <a:off x="415633" y="1511066"/>
            <a:ext cx="5370000" cy="31902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91"/>
          <p:cNvSpPr txBox="1">
            <a:spLocks noGrp="1"/>
          </p:cNvSpPr>
          <p:nvPr>
            <p:ph type="body" idx="4"/>
          </p:nvPr>
        </p:nvSpPr>
        <p:spPr>
          <a:xfrm>
            <a:off x="6406433" y="5440300"/>
            <a:ext cx="53700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17" name="Google Shape;217;p91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9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91"/>
          <p:cNvSpPr txBox="1">
            <a:spLocks noGrp="1"/>
          </p:cNvSpPr>
          <p:nvPr>
            <p:ph type="subTitle" idx="5"/>
          </p:nvPr>
        </p:nvSpPr>
        <p:spPr>
          <a:xfrm>
            <a:off x="4156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20" name="Google Shape;220;p91"/>
          <p:cNvSpPr txBox="1">
            <a:spLocks noGrp="1"/>
          </p:cNvSpPr>
          <p:nvPr>
            <p:ph type="subTitle" idx="6"/>
          </p:nvPr>
        </p:nvSpPr>
        <p:spPr>
          <a:xfrm>
            <a:off x="6406433" y="4777200"/>
            <a:ext cx="53700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2"/>
          <p:cNvSpPr txBox="1">
            <a:spLocks noGrp="1"/>
          </p:cNvSpPr>
          <p:nvPr>
            <p:ph type="body" idx="1"/>
          </p:nvPr>
        </p:nvSpPr>
        <p:spPr>
          <a:xfrm>
            <a:off x="415600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3" name="Google Shape;223;p92"/>
          <p:cNvSpPr>
            <a:spLocks noGrp="1"/>
          </p:cNvSpPr>
          <p:nvPr>
            <p:ph type="pic" idx="2"/>
          </p:nvPr>
        </p:nvSpPr>
        <p:spPr>
          <a:xfrm>
            <a:off x="8273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92"/>
          <p:cNvSpPr>
            <a:spLocks noGrp="1"/>
          </p:cNvSpPr>
          <p:nvPr>
            <p:ph type="pic" idx="3"/>
          </p:nvPr>
        </p:nvSpPr>
        <p:spPr>
          <a:xfrm>
            <a:off x="4156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92"/>
          <p:cNvSpPr txBox="1">
            <a:spLocks noGrp="1"/>
          </p:cNvSpPr>
          <p:nvPr>
            <p:ph type="body" idx="4"/>
          </p:nvPr>
        </p:nvSpPr>
        <p:spPr>
          <a:xfrm>
            <a:off x="82736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6" name="Google Shape;226;p92"/>
          <p:cNvSpPr>
            <a:spLocks noGrp="1"/>
          </p:cNvSpPr>
          <p:nvPr>
            <p:ph type="pic" idx="5"/>
          </p:nvPr>
        </p:nvSpPr>
        <p:spPr>
          <a:xfrm>
            <a:off x="4340333" y="1504433"/>
            <a:ext cx="35028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92"/>
          <p:cNvSpPr txBox="1">
            <a:spLocks noGrp="1"/>
          </p:cNvSpPr>
          <p:nvPr>
            <p:ph type="body" idx="6"/>
          </p:nvPr>
        </p:nvSpPr>
        <p:spPr>
          <a:xfrm>
            <a:off x="4340333" y="5215600"/>
            <a:ext cx="3502800" cy="13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228" name="Google Shape;228;p92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92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92"/>
          <p:cNvSpPr txBox="1">
            <a:spLocks noGrp="1"/>
          </p:cNvSpPr>
          <p:nvPr>
            <p:ph type="subTitle" idx="7"/>
          </p:nvPr>
        </p:nvSpPr>
        <p:spPr>
          <a:xfrm>
            <a:off x="415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1" name="Google Shape;231;p92"/>
          <p:cNvSpPr txBox="1">
            <a:spLocks noGrp="1"/>
          </p:cNvSpPr>
          <p:nvPr>
            <p:ph type="subTitle" idx="8"/>
          </p:nvPr>
        </p:nvSpPr>
        <p:spPr>
          <a:xfrm>
            <a:off x="82736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2" name="Google Shape;232;p92"/>
          <p:cNvSpPr txBox="1">
            <a:spLocks noGrp="1"/>
          </p:cNvSpPr>
          <p:nvPr>
            <p:ph type="subTitle" idx="9"/>
          </p:nvPr>
        </p:nvSpPr>
        <p:spPr>
          <a:xfrm>
            <a:off x="4340333" y="4574000"/>
            <a:ext cx="35028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3"/>
          <p:cNvSpPr>
            <a:spLocks noGrp="1"/>
          </p:cNvSpPr>
          <p:nvPr>
            <p:ph type="pic" idx="2"/>
          </p:nvPr>
        </p:nvSpPr>
        <p:spPr>
          <a:xfrm>
            <a:off x="415600" y="593366"/>
            <a:ext cx="11360700" cy="56244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93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94"/>
          <p:cNvSpPr>
            <a:spLocks noGrp="1"/>
          </p:cNvSpPr>
          <p:nvPr>
            <p:ph type="pic" idx="2"/>
          </p:nvPr>
        </p:nvSpPr>
        <p:spPr>
          <a:xfrm>
            <a:off x="4519467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94"/>
          <p:cNvSpPr>
            <a:spLocks noGrp="1"/>
          </p:cNvSpPr>
          <p:nvPr>
            <p:ph type="pic" idx="3"/>
          </p:nvPr>
        </p:nvSpPr>
        <p:spPr>
          <a:xfrm>
            <a:off x="6927913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94"/>
          <p:cNvSpPr>
            <a:spLocks noGrp="1"/>
          </p:cNvSpPr>
          <p:nvPr>
            <p:ph type="pic" idx="4"/>
          </p:nvPr>
        </p:nvSpPr>
        <p:spPr>
          <a:xfrm>
            <a:off x="9336360" y="1585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94"/>
          <p:cNvSpPr>
            <a:spLocks noGrp="1"/>
          </p:cNvSpPr>
          <p:nvPr>
            <p:ph type="pic" idx="5"/>
          </p:nvPr>
        </p:nvSpPr>
        <p:spPr>
          <a:xfrm>
            <a:off x="4519451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94"/>
          <p:cNvSpPr>
            <a:spLocks noGrp="1"/>
          </p:cNvSpPr>
          <p:nvPr>
            <p:ph type="pic" idx="6"/>
          </p:nvPr>
        </p:nvSpPr>
        <p:spPr>
          <a:xfrm>
            <a:off x="6927896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94"/>
          <p:cNvSpPr>
            <a:spLocks noGrp="1"/>
          </p:cNvSpPr>
          <p:nvPr>
            <p:ph type="pic" idx="7"/>
          </p:nvPr>
        </p:nvSpPr>
        <p:spPr>
          <a:xfrm>
            <a:off x="9336343" y="2405616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94"/>
          <p:cNvSpPr txBox="1">
            <a:spLocks noGrp="1"/>
          </p:cNvSpPr>
          <p:nvPr>
            <p:ph type="title"/>
          </p:nvPr>
        </p:nvSpPr>
        <p:spPr>
          <a:xfrm>
            <a:off x="468733" y="593366"/>
            <a:ext cx="3462300" cy="22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94"/>
          <p:cNvSpPr>
            <a:spLocks noGrp="1"/>
          </p:cNvSpPr>
          <p:nvPr>
            <p:ph type="pic" idx="8"/>
          </p:nvPr>
        </p:nvSpPr>
        <p:spPr>
          <a:xfrm>
            <a:off x="4519451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94"/>
          <p:cNvSpPr>
            <a:spLocks noGrp="1"/>
          </p:cNvSpPr>
          <p:nvPr>
            <p:ph type="pic" idx="9"/>
          </p:nvPr>
        </p:nvSpPr>
        <p:spPr>
          <a:xfrm>
            <a:off x="6927896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247" name="Google Shape;247;p94"/>
          <p:cNvSpPr>
            <a:spLocks noGrp="1"/>
          </p:cNvSpPr>
          <p:nvPr>
            <p:ph type="pic" idx="13"/>
          </p:nvPr>
        </p:nvSpPr>
        <p:spPr>
          <a:xfrm>
            <a:off x="9336343" y="4652650"/>
            <a:ext cx="21915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95"/>
          <p:cNvGrpSpPr/>
          <p:nvPr/>
        </p:nvGrpSpPr>
        <p:grpSpPr>
          <a:xfrm>
            <a:off x="100" y="342225"/>
            <a:ext cx="5064461" cy="1587259"/>
            <a:chOff x="75" y="256675"/>
            <a:chExt cx="3798441" cy="1190474"/>
          </a:xfrm>
        </p:grpSpPr>
        <p:sp>
          <p:nvSpPr>
            <p:cNvPr id="250" name="Google Shape;250;p95"/>
            <p:cNvSpPr/>
            <p:nvPr/>
          </p:nvSpPr>
          <p:spPr>
            <a:xfrm rot="10800000" flipH="1">
              <a:off x="75" y="256675"/>
              <a:ext cx="3798000" cy="11904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51" name="Google Shape;251;p95"/>
            <p:cNvSpPr/>
            <p:nvPr/>
          </p:nvSpPr>
          <p:spPr>
            <a:xfrm rot="-10795068" flipH="1">
              <a:off x="3380016" y="1028349"/>
              <a:ext cx="418200" cy="418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252" name="Google Shape;252;p95"/>
          <p:cNvSpPr txBox="1">
            <a:spLocks noGrp="1"/>
          </p:cNvSpPr>
          <p:nvPr>
            <p:ph type="title"/>
          </p:nvPr>
        </p:nvSpPr>
        <p:spPr>
          <a:xfrm>
            <a:off x="445233" y="725666"/>
            <a:ext cx="40533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subTitle" idx="1"/>
          </p:nvPr>
        </p:nvSpPr>
        <p:spPr>
          <a:xfrm>
            <a:off x="1532168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2"/>
          </p:nvPr>
        </p:nvSpPr>
        <p:spPr>
          <a:xfrm>
            <a:off x="1532168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subTitle" idx="3"/>
          </p:nvPr>
        </p:nvSpPr>
        <p:spPr>
          <a:xfrm>
            <a:off x="1532168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4"/>
          </p:nvPr>
        </p:nvSpPr>
        <p:spPr>
          <a:xfrm>
            <a:off x="1532168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subTitle" idx="5"/>
          </p:nvPr>
        </p:nvSpPr>
        <p:spPr>
          <a:xfrm>
            <a:off x="1532168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6"/>
          </p:nvPr>
        </p:nvSpPr>
        <p:spPr>
          <a:xfrm>
            <a:off x="7103801" y="3131400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95"/>
          <p:cNvSpPr txBox="1">
            <a:spLocks noGrp="1"/>
          </p:cNvSpPr>
          <p:nvPr>
            <p:ph type="subTitle" idx="7"/>
          </p:nvPr>
        </p:nvSpPr>
        <p:spPr>
          <a:xfrm>
            <a:off x="7103801" y="3737158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95"/>
          <p:cNvSpPr txBox="1">
            <a:spLocks noGrp="1"/>
          </p:cNvSpPr>
          <p:nvPr>
            <p:ph type="subTitle" idx="8"/>
          </p:nvPr>
        </p:nvSpPr>
        <p:spPr>
          <a:xfrm>
            <a:off x="7103801" y="4342916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95"/>
          <p:cNvSpPr txBox="1">
            <a:spLocks noGrp="1"/>
          </p:cNvSpPr>
          <p:nvPr>
            <p:ph type="subTitle" idx="9"/>
          </p:nvPr>
        </p:nvSpPr>
        <p:spPr>
          <a:xfrm>
            <a:off x="7103801" y="4948674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95"/>
          <p:cNvSpPr txBox="1">
            <a:spLocks noGrp="1"/>
          </p:cNvSpPr>
          <p:nvPr>
            <p:ph type="subTitle" idx="13"/>
          </p:nvPr>
        </p:nvSpPr>
        <p:spPr>
          <a:xfrm>
            <a:off x="7103801" y="5554433"/>
            <a:ext cx="4312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ITLE_AND_BODY_1"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6"/>
          <p:cNvSpPr>
            <a:spLocks noGrp="1"/>
          </p:cNvSpPr>
          <p:nvPr>
            <p:ph type="pic" idx="2"/>
          </p:nvPr>
        </p:nvSpPr>
        <p:spPr>
          <a:xfrm rot="299984">
            <a:off x="954896" y="3107717"/>
            <a:ext cx="4915603" cy="327512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5" name="Google Shape;265;p96"/>
          <p:cNvSpPr>
            <a:spLocks noGrp="1"/>
          </p:cNvSpPr>
          <p:nvPr>
            <p:ph type="pic" idx="3"/>
          </p:nvPr>
        </p:nvSpPr>
        <p:spPr>
          <a:xfrm rot="-300193">
            <a:off x="6321680" y="3107928"/>
            <a:ext cx="4915629" cy="327516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66" name="Google Shape;266;p96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9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508109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body" idx="4"/>
          </p:nvPr>
        </p:nvSpPr>
        <p:spPr>
          <a:xfrm>
            <a:off x="508109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subTitle" idx="5"/>
          </p:nvPr>
        </p:nvSpPr>
        <p:spPr>
          <a:xfrm>
            <a:off x="6089243" y="1577233"/>
            <a:ext cx="5532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body" idx="6"/>
          </p:nvPr>
        </p:nvSpPr>
        <p:spPr>
          <a:xfrm>
            <a:off x="6089243" y="2028835"/>
            <a:ext cx="553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97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276" name="Google Shape;276;p97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277" name="Google Shape;277;p97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278" name="Google Shape;278;p97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279" name="Google Shape;279;p97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280" name="Google Shape;280;p9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97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97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97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84" name="Google Shape;284;p97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type="titleOnly">
  <p:cSld name="TITLE_ONLY">
    <p:bg>
      <p:bgPr>
        <a:solidFill>
          <a:schemeClr val="lt1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8"/>
          <p:cNvSpPr>
            <a:spLocks noGrp="1"/>
          </p:cNvSpPr>
          <p:nvPr>
            <p:ph type="pic" idx="2"/>
          </p:nvPr>
        </p:nvSpPr>
        <p:spPr>
          <a:xfrm rot="300028">
            <a:off x="1030998" y="3562331"/>
            <a:ext cx="2326655" cy="2326655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7" name="Google Shape;287;p98"/>
          <p:cNvSpPr>
            <a:spLocks noGrp="1"/>
          </p:cNvSpPr>
          <p:nvPr>
            <p:ph type="pic" idx="3"/>
          </p:nvPr>
        </p:nvSpPr>
        <p:spPr>
          <a:xfrm rot="-300105">
            <a:off x="4793073" y="3506121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8" name="Google Shape;288;p98"/>
          <p:cNvSpPr>
            <a:spLocks noGrp="1"/>
          </p:cNvSpPr>
          <p:nvPr>
            <p:ph type="pic" idx="4"/>
          </p:nvPr>
        </p:nvSpPr>
        <p:spPr>
          <a:xfrm rot="300105">
            <a:off x="8599541" y="3562548"/>
            <a:ext cx="2326058" cy="2326058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89" name="Google Shape;289;p9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p98"/>
          <p:cNvSpPr txBox="1">
            <a:spLocks noGrp="1"/>
          </p:cNvSpPr>
          <p:nvPr>
            <p:ph type="subTitle" idx="1"/>
          </p:nvPr>
        </p:nvSpPr>
        <p:spPr>
          <a:xfrm>
            <a:off x="508084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1" name="Google Shape;291;p98"/>
          <p:cNvSpPr txBox="1">
            <a:spLocks noGrp="1"/>
          </p:cNvSpPr>
          <p:nvPr>
            <p:ph type="body" idx="5"/>
          </p:nvPr>
        </p:nvSpPr>
        <p:spPr>
          <a:xfrm>
            <a:off x="508084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2" name="Google Shape;292;p98"/>
          <p:cNvSpPr txBox="1">
            <a:spLocks noGrp="1"/>
          </p:cNvSpPr>
          <p:nvPr>
            <p:ph type="subTitle" idx="6"/>
          </p:nvPr>
        </p:nvSpPr>
        <p:spPr>
          <a:xfrm>
            <a:off x="4292400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3" name="Google Shape;293;p98"/>
          <p:cNvSpPr txBox="1">
            <a:spLocks noGrp="1"/>
          </p:cNvSpPr>
          <p:nvPr>
            <p:ph type="body" idx="7"/>
          </p:nvPr>
        </p:nvSpPr>
        <p:spPr>
          <a:xfrm>
            <a:off x="4292400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4" name="Google Shape;294;p98"/>
          <p:cNvSpPr txBox="1">
            <a:spLocks noGrp="1"/>
          </p:cNvSpPr>
          <p:nvPr>
            <p:ph type="subTitle" idx="8"/>
          </p:nvPr>
        </p:nvSpPr>
        <p:spPr>
          <a:xfrm>
            <a:off x="8076717" y="1577230"/>
            <a:ext cx="360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295" name="Google Shape;295;p98"/>
          <p:cNvSpPr txBox="1">
            <a:spLocks noGrp="1"/>
          </p:cNvSpPr>
          <p:nvPr>
            <p:ph type="body" idx="9"/>
          </p:nvPr>
        </p:nvSpPr>
        <p:spPr>
          <a:xfrm>
            <a:off x="8076717" y="2028833"/>
            <a:ext cx="3607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96" name="Google Shape;296;p98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98"/>
          <p:cNvSpPr txBox="1">
            <a:spLocks noGrp="1"/>
          </p:cNvSpPr>
          <p:nvPr>
            <p:ph type="subTitle" idx="1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298" name="Google Shape;298;p98"/>
          <p:cNvSpPr txBox="1">
            <a:spLocks noGrp="1"/>
          </p:cNvSpPr>
          <p:nvPr>
            <p:ph type="subTitle" idx="1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and image 1">
  <p:cSld name="ONE_COLUMN_TEXT"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9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01" name="Google Shape;301;p99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99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99"/>
          <p:cNvSpPr txBox="1">
            <a:spLocks noGrp="1"/>
          </p:cNvSpPr>
          <p:nvPr>
            <p:ph type="body" idx="1"/>
          </p:nvPr>
        </p:nvSpPr>
        <p:spPr>
          <a:xfrm>
            <a:off x="445233" y="1550867"/>
            <a:ext cx="11300700" cy="9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304" name="Google Shape;304;p99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05" name="Google Shape;305;p99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left">
  <p:cSld name="ONE_COLUMN_TEXT_1"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100"/>
          <p:cNvGrpSpPr/>
          <p:nvPr/>
        </p:nvGrpSpPr>
        <p:grpSpPr>
          <a:xfrm>
            <a:off x="578370" y="1602904"/>
            <a:ext cx="3510843" cy="1206125"/>
            <a:chOff x="433788" y="1202208"/>
            <a:chExt cx="2633198" cy="904617"/>
          </a:xfrm>
        </p:grpSpPr>
        <p:sp>
          <p:nvSpPr>
            <p:cNvPr id="308" name="Google Shape;308;p100"/>
            <p:cNvSpPr/>
            <p:nvPr/>
          </p:nvSpPr>
          <p:spPr>
            <a:xfrm>
              <a:off x="433788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09" name="Google Shape;309;p100"/>
            <p:cNvSpPr/>
            <p:nvPr/>
          </p:nvSpPr>
          <p:spPr>
            <a:xfrm rot="-6523">
              <a:off x="2750484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10" name="Google Shape;310;p100"/>
          <p:cNvSpPr txBox="1">
            <a:spLocks noGrp="1"/>
          </p:cNvSpPr>
          <p:nvPr>
            <p:ph type="subTitle" idx="1"/>
          </p:nvPr>
        </p:nvSpPr>
        <p:spPr>
          <a:xfrm>
            <a:off x="582667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11" name="Google Shape;311;p100"/>
          <p:cNvSpPr txBox="1">
            <a:spLocks noGrp="1"/>
          </p:cNvSpPr>
          <p:nvPr>
            <p:ph type="body" idx="2"/>
          </p:nvPr>
        </p:nvSpPr>
        <p:spPr>
          <a:xfrm>
            <a:off x="582667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00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13" name="Google Shape;313;p100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00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00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16" name="Google Shape;316;p100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middle">
  <p:cSld name="ONE_COLUMN_TEXT_1_2"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01"/>
          <p:cNvGrpSpPr/>
          <p:nvPr/>
        </p:nvGrpSpPr>
        <p:grpSpPr>
          <a:xfrm>
            <a:off x="4338492" y="1602904"/>
            <a:ext cx="3510844" cy="1206125"/>
            <a:chOff x="3253950" y="1202208"/>
            <a:chExt cx="2633199" cy="904617"/>
          </a:xfrm>
        </p:grpSpPr>
        <p:sp>
          <p:nvSpPr>
            <p:cNvPr id="319" name="Google Shape;319;p101"/>
            <p:cNvSpPr/>
            <p:nvPr/>
          </p:nvSpPr>
          <p:spPr>
            <a:xfrm>
              <a:off x="3253950" y="1202325"/>
              <a:ext cx="2632800" cy="904500"/>
            </a:xfrm>
            <a:prstGeom prst="snip1Rect">
              <a:avLst>
                <a:gd name="adj" fmla="val 351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20" name="Google Shape;320;p101"/>
            <p:cNvSpPr/>
            <p:nvPr/>
          </p:nvSpPr>
          <p:spPr>
            <a:xfrm rot="-6523">
              <a:off x="5570647" y="1202508"/>
              <a:ext cx="316201" cy="31800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</p:grpSp>
      <p:sp>
        <p:nvSpPr>
          <p:cNvPr id="321" name="Google Shape;321;p101"/>
          <p:cNvSpPr txBox="1">
            <a:spLocks noGrp="1"/>
          </p:cNvSpPr>
          <p:nvPr>
            <p:ph type="subTitle" idx="1"/>
          </p:nvPr>
        </p:nvSpPr>
        <p:spPr>
          <a:xfrm>
            <a:off x="4342884" y="1602934"/>
            <a:ext cx="30972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22" name="Google Shape;322;p101"/>
          <p:cNvSpPr txBox="1">
            <a:spLocks noGrp="1"/>
          </p:cNvSpPr>
          <p:nvPr>
            <p:ph type="body" idx="2"/>
          </p:nvPr>
        </p:nvSpPr>
        <p:spPr>
          <a:xfrm>
            <a:off x="4342884" y="1947100"/>
            <a:ext cx="3510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3" name="Google Shape;323;p101"/>
          <p:cNvSpPr>
            <a:spLocks noGrp="1"/>
          </p:cNvSpPr>
          <p:nvPr>
            <p:ph type="pic" idx="3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24" name="Google Shape;324;p101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01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01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27" name="Google Shape;327;p101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active pop-up right, long text">
  <p:cSld name="ONE_COLUMN_TEXT_1_1">
    <p:bg>
      <p:bgPr>
        <a:solidFill>
          <a:schemeClr val="lt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2"/>
          <p:cNvSpPr/>
          <p:nvPr/>
        </p:nvSpPr>
        <p:spPr>
          <a:xfrm>
            <a:off x="4338433" y="1603100"/>
            <a:ext cx="7270800" cy="1206000"/>
          </a:xfrm>
          <a:prstGeom prst="snip1Rect">
            <a:avLst>
              <a:gd name="adj" fmla="val 350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0" name="Google Shape;330;p102"/>
          <p:cNvSpPr txBox="1">
            <a:spLocks noGrp="1"/>
          </p:cNvSpPr>
          <p:nvPr>
            <p:ph type="subTitle" idx="1"/>
          </p:nvPr>
        </p:nvSpPr>
        <p:spPr>
          <a:xfrm>
            <a:off x="4338600" y="1602934"/>
            <a:ext cx="6849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Tight Medium"/>
              <a:buNone/>
              <a:defRPr sz="1400">
                <a:solidFill>
                  <a:schemeClr val="lt1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31" name="Google Shape;331;p102"/>
          <p:cNvSpPr>
            <a:spLocks noGrp="1"/>
          </p:cNvSpPr>
          <p:nvPr>
            <p:ph type="pic" idx="2"/>
          </p:nvPr>
        </p:nvSpPr>
        <p:spPr>
          <a:xfrm>
            <a:off x="578833" y="2863766"/>
            <a:ext cx="11033700" cy="3572400"/>
          </a:xfrm>
          <a:prstGeom prst="snip1Rect">
            <a:avLst>
              <a:gd name="adj" fmla="val 29467"/>
            </a:avLst>
          </a:prstGeom>
          <a:noFill/>
          <a:ln>
            <a:noFill/>
          </a:ln>
        </p:spPr>
      </p:sp>
      <p:sp>
        <p:nvSpPr>
          <p:cNvPr id="332" name="Google Shape;332;p102"/>
          <p:cNvSpPr txBox="1">
            <a:spLocks noGrp="1"/>
          </p:cNvSpPr>
          <p:nvPr>
            <p:ph type="body" idx="3"/>
          </p:nvPr>
        </p:nvSpPr>
        <p:spPr>
          <a:xfrm>
            <a:off x="4338600" y="1947100"/>
            <a:ext cx="7270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1pPr>
            <a:lvl2pPr marL="914400" lvl="1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5pPr>
            <a:lvl6pPr marL="2743200" lvl="5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6pPr>
            <a:lvl7pPr marL="3200400" lvl="6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 sz="1300">
                <a:solidFill>
                  <a:schemeClr val="lt1"/>
                </a:solidFill>
              </a:defRPr>
            </a:lvl7pPr>
            <a:lvl8pPr marL="3657600" lvl="7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  <a:defRPr sz="1300">
                <a:solidFill>
                  <a:schemeClr val="lt1"/>
                </a:solidFill>
              </a:defRPr>
            </a:lvl8pPr>
            <a:lvl9pPr marL="4114800" lvl="8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102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102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102"/>
          <p:cNvSpPr txBox="1">
            <a:spLocks noGrp="1"/>
          </p:cNvSpPr>
          <p:nvPr>
            <p:ph type="subTitle" idx="4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6" name="Google Shape;336;p102"/>
          <p:cNvSpPr txBox="1">
            <a:spLocks noGrp="1"/>
          </p:cNvSpPr>
          <p:nvPr>
            <p:ph type="subTitle" idx="5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37" name="Google Shape;337;p102"/>
          <p:cNvSpPr/>
          <p:nvPr/>
        </p:nvSpPr>
        <p:spPr>
          <a:xfrm rot="-4894">
            <a:off x="11187751" y="1603443"/>
            <a:ext cx="421500" cy="424201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rPr>
              <a:t xml:space="preserve"> </a:t>
            </a:r>
            <a:endParaRPr sz="1800" b="0" i="0" u="none" strike="noStrike" cap="non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03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40" name="Google Shape;340;p103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41" name="Google Shape;341;p103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42" name="Google Shape;342;p103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43" name="Google Shape;343;p103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44" name="Google Shape;344;p103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103"/>
          <p:cNvSpPr txBox="1">
            <a:spLocks noGrp="1"/>
          </p:cNvSpPr>
          <p:nvPr>
            <p:ph type="title"/>
          </p:nvPr>
        </p:nvSpPr>
        <p:spPr>
          <a:xfrm>
            <a:off x="3306233" y="2183216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103"/>
          <p:cNvSpPr txBox="1">
            <a:spLocks noGrp="1"/>
          </p:cNvSpPr>
          <p:nvPr>
            <p:ph type="body" idx="1"/>
          </p:nvPr>
        </p:nvSpPr>
        <p:spPr>
          <a:xfrm>
            <a:off x="3306233" y="3055170"/>
            <a:ext cx="5579700" cy="30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103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48" name="Google Shape;348;p103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and descriptions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4"/>
          <p:cNvSpPr>
            <a:spLocks noGrp="1"/>
          </p:cNvSpPr>
          <p:nvPr>
            <p:ph type="pic" idx="2"/>
          </p:nvPr>
        </p:nvSpPr>
        <p:spPr>
          <a:xfrm>
            <a:off x="4726484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1" name="Google Shape;351;p104"/>
          <p:cNvSpPr>
            <a:spLocks noGrp="1"/>
          </p:cNvSpPr>
          <p:nvPr>
            <p:ph type="pic" idx="3"/>
          </p:nvPr>
        </p:nvSpPr>
        <p:spPr>
          <a:xfrm>
            <a:off x="8878051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2" name="Google Shape;352;p104"/>
          <p:cNvSpPr>
            <a:spLocks noGrp="1"/>
          </p:cNvSpPr>
          <p:nvPr>
            <p:ph type="pic" idx="4"/>
          </p:nvPr>
        </p:nvSpPr>
        <p:spPr>
          <a:xfrm>
            <a:off x="574933" y="2057400"/>
            <a:ext cx="2469000" cy="2469000"/>
          </a:xfrm>
          <a:prstGeom prst="snip1Rect">
            <a:avLst>
              <a:gd name="adj" fmla="val 24426"/>
            </a:avLst>
          </a:prstGeom>
          <a:noFill/>
          <a:ln>
            <a:noFill/>
          </a:ln>
        </p:spPr>
      </p:sp>
      <p:sp>
        <p:nvSpPr>
          <p:cNvPr id="353" name="Google Shape;353;p104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04"/>
          <p:cNvSpPr txBox="1">
            <a:spLocks noGrp="1"/>
          </p:cNvSpPr>
          <p:nvPr>
            <p:ph type="title"/>
          </p:nvPr>
        </p:nvSpPr>
        <p:spPr>
          <a:xfrm>
            <a:off x="445233" y="782867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104"/>
          <p:cNvSpPr txBox="1">
            <a:spLocks noGrp="1"/>
          </p:cNvSpPr>
          <p:nvPr>
            <p:ph type="subTitle" idx="1"/>
          </p:nvPr>
        </p:nvSpPr>
        <p:spPr>
          <a:xfrm>
            <a:off x="508133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6" name="Google Shape;356;p104"/>
          <p:cNvSpPr txBox="1">
            <a:spLocks noGrp="1"/>
          </p:cNvSpPr>
          <p:nvPr>
            <p:ph type="subTitle" idx="5"/>
          </p:nvPr>
        </p:nvSpPr>
        <p:spPr>
          <a:xfrm>
            <a:off x="4659700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7" name="Google Shape;357;p104"/>
          <p:cNvSpPr txBox="1">
            <a:spLocks noGrp="1"/>
          </p:cNvSpPr>
          <p:nvPr>
            <p:ph type="subTitle" idx="6"/>
          </p:nvPr>
        </p:nvSpPr>
        <p:spPr>
          <a:xfrm>
            <a:off x="8811251" y="4902200"/>
            <a:ext cx="2810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 Tight Medium"/>
              <a:buNone/>
              <a:defRPr sz="1400"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>
            <a:endParaRPr/>
          </a:p>
        </p:txBody>
      </p:sp>
      <p:sp>
        <p:nvSpPr>
          <p:cNvPr id="358" name="Google Shape;358;p104"/>
          <p:cNvSpPr txBox="1">
            <a:spLocks noGrp="1"/>
          </p:cNvSpPr>
          <p:nvPr>
            <p:ph type="subTitle" idx="7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59" name="Google Shape;359;p104"/>
          <p:cNvSpPr txBox="1">
            <a:spLocks noGrp="1"/>
          </p:cNvSpPr>
          <p:nvPr>
            <p:ph type="subTitle" idx="8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wo column bullet points">
  <p:cSld name="CAPTION_ONLY">
    <p:bg>
      <p:bgPr>
        <a:solidFill>
          <a:schemeClr val="lt1"/>
        </a:solid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05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grpSp>
          <p:nvGrpSpPr>
            <p:cNvPr id="362" name="Google Shape;362;p105"/>
            <p:cNvGrpSpPr/>
            <p:nvPr/>
          </p:nvGrpSpPr>
          <p:grpSpPr>
            <a:xfrm>
              <a:off x="0" y="100"/>
              <a:ext cx="9144000" cy="5143500"/>
              <a:chOff x="0" y="100"/>
              <a:chExt cx="9144000" cy="5143500"/>
            </a:xfrm>
          </p:grpSpPr>
          <p:sp>
            <p:nvSpPr>
              <p:cNvPr id="363" name="Google Shape;363;p105"/>
              <p:cNvSpPr/>
              <p:nvPr/>
            </p:nvSpPr>
            <p:spPr>
              <a:xfrm>
                <a:off x="0" y="100"/>
                <a:ext cx="9144000" cy="5143500"/>
              </a:xfrm>
              <a:prstGeom prst="snip1Rect">
                <a:avLst>
                  <a:gd name="adj" fmla="val 4086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64" name="Google Shape;364;p105"/>
              <p:cNvSpPr/>
              <p:nvPr/>
            </p:nvSpPr>
            <p:spPr>
              <a:xfrm rot="10800000">
                <a:off x="7036475" y="1219850"/>
                <a:ext cx="2107500" cy="1861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2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65" name="Google Shape;365;p105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66" name="Google Shape;366;p105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105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8" name="Google Shape;368;p105"/>
          <p:cNvSpPr txBox="1">
            <a:spLocks noGrp="1"/>
          </p:cNvSpPr>
          <p:nvPr>
            <p:ph type="body" idx="1"/>
          </p:nvPr>
        </p:nvSpPr>
        <p:spPr>
          <a:xfrm>
            <a:off x="445233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69" name="Google Shape;369;p105"/>
          <p:cNvSpPr txBox="1">
            <a:spLocks noGrp="1"/>
          </p:cNvSpPr>
          <p:nvPr>
            <p:ph type="body" idx="2"/>
          </p:nvPr>
        </p:nvSpPr>
        <p:spPr>
          <a:xfrm>
            <a:off x="6126768" y="3055170"/>
            <a:ext cx="4882800" cy="2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370" name="Google Shape;370;p105"/>
          <p:cNvSpPr txBox="1">
            <a:spLocks noGrp="1"/>
          </p:cNvSpPr>
          <p:nvPr>
            <p:ph type="subTitle" idx="3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71" name="Google Shape;371;p105"/>
          <p:cNvSpPr txBox="1">
            <a:spLocks noGrp="1"/>
          </p:cNvSpPr>
          <p:nvPr>
            <p:ph type="subTitle" idx="4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ck for understanding">
  <p:cSld name="CAPTION_ONLY_1">
    <p:bg>
      <p:bgPr>
        <a:solidFill>
          <a:schemeClr val="lt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106"/>
          <p:cNvGrpSpPr/>
          <p:nvPr/>
        </p:nvGrpSpPr>
        <p:grpSpPr>
          <a:xfrm>
            <a:off x="0" y="-593372"/>
            <a:ext cx="12191695" cy="7451333"/>
            <a:chOff x="0" y="-445039"/>
            <a:chExt cx="9144000" cy="5588639"/>
          </a:xfrm>
        </p:grpSpPr>
        <p:sp>
          <p:nvSpPr>
            <p:cNvPr id="374" name="Google Shape;374;p106"/>
            <p:cNvSpPr/>
            <p:nvPr/>
          </p:nvSpPr>
          <p:spPr>
            <a:xfrm>
              <a:off x="0" y="100"/>
              <a:ext cx="9144000" cy="5143500"/>
            </a:xfrm>
            <a:prstGeom prst="snip1Rect">
              <a:avLst>
                <a:gd name="adj" fmla="val 40868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5" name="Google Shape;375;p106"/>
            <p:cNvSpPr/>
            <p:nvPr/>
          </p:nvSpPr>
          <p:spPr>
            <a:xfrm rot="10800000">
              <a:off x="7036475" y="1219850"/>
              <a:ext cx="2107500" cy="1861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2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376" name="Google Shape;376;p106"/>
            <p:cNvSpPr/>
            <p:nvPr/>
          </p:nvSpPr>
          <p:spPr>
            <a:xfrm rot="4500068" flipH="1">
              <a:off x="7230744" y="-248115"/>
              <a:ext cx="1723726" cy="1714991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2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rPr>
                <a:t xml:space="preserve"> </a:t>
              </a:r>
              <a:endParaRPr sz="1800" b="0" i="0" u="none" strike="noStrike" cap="none">
                <a:solidFill>
                  <a:schemeClr val="lt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77" name="Google Shape;377;p106"/>
          <p:cNvSpPr txBox="1">
            <a:spLocks noGrp="1"/>
          </p:cNvSpPr>
          <p:nvPr>
            <p:ph type="body" idx="1"/>
          </p:nvPr>
        </p:nvSpPr>
        <p:spPr>
          <a:xfrm>
            <a:off x="445233" y="4840766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8" name="Google Shape;378;p106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06"/>
          <p:cNvSpPr txBox="1">
            <a:spLocks noGrp="1"/>
          </p:cNvSpPr>
          <p:nvPr>
            <p:ph type="title"/>
          </p:nvPr>
        </p:nvSpPr>
        <p:spPr>
          <a:xfrm>
            <a:off x="445233" y="1666016"/>
            <a:ext cx="48828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106"/>
          <p:cNvSpPr txBox="1">
            <a:spLocks noGrp="1"/>
          </p:cNvSpPr>
          <p:nvPr>
            <p:ph type="subTitle" idx="2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1" name="Google Shape;381;p106"/>
          <p:cNvSpPr txBox="1">
            <a:spLocks noGrp="1"/>
          </p:cNvSpPr>
          <p:nvPr>
            <p:ph type="subTitle" idx="3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82" name="Google Shape;382;p106"/>
          <p:cNvSpPr txBox="1">
            <a:spLocks noGrp="1"/>
          </p:cNvSpPr>
          <p:nvPr>
            <p:ph type="body" idx="4"/>
          </p:nvPr>
        </p:nvSpPr>
        <p:spPr>
          <a:xfrm>
            <a:off x="445233" y="4245568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3" name="Google Shape;383;p106"/>
          <p:cNvSpPr txBox="1">
            <a:spLocks noGrp="1"/>
          </p:cNvSpPr>
          <p:nvPr>
            <p:ph type="body" idx="5"/>
          </p:nvPr>
        </p:nvSpPr>
        <p:spPr>
          <a:xfrm>
            <a:off x="445233" y="3650369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4" name="Google Shape;384;p106"/>
          <p:cNvSpPr txBox="1">
            <a:spLocks noGrp="1"/>
          </p:cNvSpPr>
          <p:nvPr>
            <p:ph type="body" idx="6"/>
          </p:nvPr>
        </p:nvSpPr>
        <p:spPr>
          <a:xfrm>
            <a:off x="445233" y="3055170"/>
            <a:ext cx="90543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  <a:defRPr>
                <a:solidFill>
                  <a:schemeClr val="lt1"/>
                </a:solidFill>
              </a:defRPr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  <a:defRPr>
                <a:solidFill>
                  <a:schemeClr val="lt1"/>
                </a:solidFill>
              </a:defRPr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ype">
  <p:cSld name="BIG_NUMBER">
    <p:bg>
      <p:bgPr>
        <a:solidFill>
          <a:schemeClr val="lt2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7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107"/>
          <p:cNvSpPr txBox="1"/>
          <p:nvPr/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Questions?</a:t>
            </a:r>
            <a:endParaRPr sz="3600" b="0" i="0" u="none" strike="noStrike" cap="none">
              <a:solidFill>
                <a:schemeClr val="lt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grpSp>
        <p:nvGrpSpPr>
          <p:cNvPr id="388" name="Google Shape;388;p107"/>
          <p:cNvGrpSpPr/>
          <p:nvPr/>
        </p:nvGrpSpPr>
        <p:grpSpPr>
          <a:xfrm rot="300228">
            <a:off x="1700980" y="722882"/>
            <a:ext cx="8797516" cy="5410206"/>
            <a:chOff x="1275767" y="542608"/>
            <a:chExt cx="6597898" cy="4056173"/>
          </a:xfrm>
        </p:grpSpPr>
        <p:grpSp>
          <p:nvGrpSpPr>
            <p:cNvPr id="389" name="Google Shape;389;p107"/>
            <p:cNvGrpSpPr/>
            <p:nvPr/>
          </p:nvGrpSpPr>
          <p:grpSpPr>
            <a:xfrm>
              <a:off x="1276090" y="891661"/>
              <a:ext cx="6596464" cy="3357717"/>
              <a:chOff x="1276090" y="891661"/>
              <a:chExt cx="6596464" cy="3357717"/>
            </a:xfrm>
          </p:grpSpPr>
          <p:sp>
            <p:nvSpPr>
              <p:cNvPr id="390" name="Google Shape;390;p107"/>
              <p:cNvSpPr/>
              <p:nvPr/>
            </p:nvSpPr>
            <p:spPr>
              <a:xfrm rot="-2190">
                <a:off x="6458573" y="1876325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  <p:sp>
            <p:nvSpPr>
              <p:cNvPr id="391" name="Google Shape;391;p107"/>
              <p:cNvSpPr/>
              <p:nvPr/>
            </p:nvSpPr>
            <p:spPr>
              <a:xfrm rot="-2453" flipH="1">
                <a:off x="1277286" y="893727"/>
                <a:ext cx="4625401" cy="3354001"/>
              </a:xfrm>
              <a:prstGeom prst="snip1Rect">
                <a:avLst>
                  <a:gd name="adj" fmla="val 4969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2" name="Google Shape;392;p107"/>
              <p:cNvSpPr/>
              <p:nvPr/>
            </p:nvSpPr>
            <p:spPr>
              <a:xfrm rot="10797547" flipH="1">
                <a:off x="3245657" y="893311"/>
                <a:ext cx="4625701" cy="3354001"/>
              </a:xfrm>
              <a:prstGeom prst="snip1Rect">
                <a:avLst>
                  <a:gd name="adj" fmla="val 4966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 SemiBold"/>
                  <a:ea typeface="Inter Tight SemiBold"/>
                  <a:cs typeface="Inter Tight SemiBold"/>
                  <a:sym typeface="Inter Tight SemiBold"/>
                </a:endParaRPr>
              </a:p>
            </p:txBody>
          </p:sp>
          <p:sp>
            <p:nvSpPr>
              <p:cNvPr id="393" name="Google Shape;393;p107"/>
              <p:cNvSpPr/>
              <p:nvPr/>
            </p:nvSpPr>
            <p:spPr>
              <a:xfrm rot="-2190">
                <a:off x="1277402" y="1877958"/>
                <a:ext cx="1412700" cy="1390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17825" tIns="117825" rIns="117825" bIns="117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endParaRPr>
              </a:p>
            </p:txBody>
          </p:sp>
        </p:grpSp>
        <p:sp>
          <p:nvSpPr>
            <p:cNvPr id="394" name="Google Shape;394;p107"/>
            <p:cNvSpPr/>
            <p:nvPr/>
          </p:nvSpPr>
          <p:spPr>
            <a:xfrm rot="-4517241">
              <a:off x="1416992" y="705337"/>
              <a:ext cx="1386770" cy="136166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  <p:sp>
          <p:nvSpPr>
            <p:cNvPr id="395" name="Google Shape;395;p107"/>
            <p:cNvSpPr/>
            <p:nvPr/>
          </p:nvSpPr>
          <p:spPr>
            <a:xfrm rot="6281922">
              <a:off x="6346506" y="3074687"/>
              <a:ext cx="1384510" cy="1363117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17825" tIns="117825" rIns="117825" bIns="1178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endParaRPr>
            </a:p>
          </p:txBody>
        </p:sp>
      </p:grpSp>
      <p:sp>
        <p:nvSpPr>
          <p:cNvPr id="396" name="Google Shape;396;p107"/>
          <p:cNvSpPr txBox="1">
            <a:spLocks noGrp="1"/>
          </p:cNvSpPr>
          <p:nvPr>
            <p:ph type="title"/>
          </p:nvPr>
        </p:nvSpPr>
        <p:spPr>
          <a:xfrm>
            <a:off x="3306233" y="3047200"/>
            <a:ext cx="5579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07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398" name="Google Shape;398;p107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Inter Tight SemiBold"/>
              <a:buNone/>
              <a:defRPr sz="900">
                <a:solidFill>
                  <a:schemeClr val="lt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 type="blank">
  <p:cSld name="BLANK"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8"/>
          <p:cNvSpPr txBox="1">
            <a:spLocks noGrp="1"/>
          </p:cNvSpPr>
          <p:nvPr>
            <p:ph type="sldNum" idx="12"/>
          </p:nvPr>
        </p:nvSpPr>
        <p:spPr>
          <a:xfrm>
            <a:off x="11090700" y="27406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08"/>
          <p:cNvSpPr txBox="1">
            <a:spLocks noGrp="1"/>
          </p:cNvSpPr>
          <p:nvPr>
            <p:ph type="subTitle" idx="1"/>
          </p:nvPr>
        </p:nvSpPr>
        <p:spPr>
          <a:xfrm>
            <a:off x="2288767" y="274067"/>
            <a:ext cx="38073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402" name="Google Shape;402;p108"/>
          <p:cNvSpPr txBox="1">
            <a:spLocks noGrp="1"/>
          </p:cNvSpPr>
          <p:nvPr>
            <p:ph type="subTitle" idx="2"/>
          </p:nvPr>
        </p:nvSpPr>
        <p:spPr>
          <a:xfrm>
            <a:off x="445233" y="274067"/>
            <a:ext cx="18045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nter Tight SemiBold"/>
              <a:buNone/>
              <a:defRPr sz="900"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601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7" name="Google Shape;437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8" name="Google Shape;438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9" name="Google Shape;439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0" name="Google Shape;44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00324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8EF8-A476-47CE-8DE0-2F49C5395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E6223-3D62-4898-A14F-C0BC3F9C3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0568A-1185-4DE4-AE80-8A12A1484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6D7BF-A836-4ADF-A441-BE8AB80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1FCE-22FE-4738-B7F1-D1F5663C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6932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5B5AA-79DE-4BFE-B251-4B4F64FF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B7B9-B6B7-4B34-91E2-CAE7445F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70342-7C6B-4DA7-ADE8-ABE9C192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7BDA-3AD8-42AD-9087-64686DB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D4B0D-D3CD-42D1-83E6-2B74E85BA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3598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FCE3-44B5-4206-B2C4-46422DC3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8AD2-AE27-4F40-BDC8-6A3F74DB4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EA34C-BAC0-47BF-A73F-2FB6543B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0A40-CCA4-4070-9C1D-E0F808FB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25E4C-D9E5-4636-BB57-C2925D64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8648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006A-682B-4295-AF69-B8151941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3EDC-7C98-4743-A7E3-B49C71A7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495F7-4589-47BA-9085-692793544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9EC6A-FDFC-4CDB-900B-EB812685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1981-A864-4101-BACF-FEBEE86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3F707-88F1-4D8D-8C82-C0C2CED7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9218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265C-8C90-4342-9965-322AEB9A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984D-FAE8-493C-8C8E-C436B0F96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3F33A-A6A7-4B67-B571-D6D60EF15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CF45E-4F7E-4D5C-B8FD-CD4D5FA45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C852E-2FA3-4B44-BA95-00E4C4272A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9C959-A91D-4D73-81C8-FFBA02D5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4B896-7444-404A-8D68-BFB2E5E6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3DCB7-FA06-4CBA-A9A2-AF0F1732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7086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5BD-5925-49DB-9D5D-2751784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7A07-1F76-4B9C-80E6-74301178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17ADA-81D6-4B44-A02A-E7158C36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DBFC7-B26C-436C-93A8-E1D1E428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677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65607-07DC-4802-840E-790B6B5CC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9FCBB-A604-448A-A126-C930FD42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B7C4D-2D43-4A7C-8E28-C3CF3963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7867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1753-665E-4EFB-B587-8FBE8E62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EF80-B4AA-409A-8C1D-B29CCE8B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4A319-FB6F-4B95-80CF-1759C67AB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3BBC4-7FA7-4D03-AABD-DF2EAE55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896D1-FFF4-4BBF-B58C-66813B9B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E39FC-17B2-4D78-8DA5-F6DA03C9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456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8A61-2906-46BC-AF42-929A5824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78D4A2-6F71-4CB4-879F-70A9FEEEC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0C8DE-FA4E-4E9A-B1B7-543306485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BC98-AD9C-425E-940D-9B1A7DF9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35046-3CAC-40CD-9217-ECF1CA6A6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34B41-78B3-4F60-A9F3-8BEC56B5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34851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A01A-863A-4012-8AFF-B1F5BD99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FECE-F59B-436E-8BC5-77A57D477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ACBB9-165D-4A02-9C9C-28B7D69BB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7F77C-5E2B-4E82-8D54-9E19B761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37B89-8746-41A0-9C7F-F33F1FC5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4545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CA83AA-2DE6-42FF-A41E-0F2AE01E9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52AB3-F746-4876-965B-A21304B5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D7DB7-9AB3-4054-848E-9098E0FE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EA99-2ADA-4FCC-A87A-80D604BB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9F16-FE61-4BAD-AA5B-5A08B205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46755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8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0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0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sp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marL="1371600" marR="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marL="1828800" marR="0" lvl="3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marL="2286000" marR="0" lvl="4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marL="2743200" marR="0" lvl="5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marL="3200400" marR="0" lvl="6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●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marL="3657600" marR="0" lvl="7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○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marL="4114800" marR="0" lvl="8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Tight"/>
              <a:buChar char="■"/>
              <a:defRPr sz="2200" b="0" i="0" u="none" strike="noStrike" cap="non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11014233" y="274067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12" r:id="rId39"/>
    <p:sldLayoutId id="2147483737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3B80B-EE57-4A58-A23B-31A91D9AC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71DE4-DCB8-4EDB-BACA-38FB86AE5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5812-7DBA-4A8E-93A1-518E2AC0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4775D-6D14-4B43-B633-FDB54D61B63B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B997D-E6D3-4BB0-A633-981581A90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B163-1BCC-4AA1-8E6A-C0CDDEBF23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0882C-01BF-44C0-AA87-5C31FF97E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5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Relationship Id="rIdRes18" Type="http://schemas.openxmlformats.org/officeDocument/2006/relationships/image" Target="../media/image_results2018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5">
          <a:extLst>
            <a:ext uri="{FF2B5EF4-FFF2-40B4-BE49-F238E27FC236}">
              <a16:creationId xmlns:a16="http://schemas.microsoft.com/office/drawing/2014/main" id="{4191D11E-2ADA-34BC-E609-CB7BA6EC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">
            <a:extLst>
              <a:ext uri="{FF2B5EF4-FFF2-40B4-BE49-F238E27FC236}">
                <a16:creationId xmlns:a16="http://schemas.microsoft.com/office/drawing/2014/main" id="{9053C572-F437-E3FE-3A2F-14DB19FAD3E6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58238" y="564453"/>
            <a:ext cx="9560987" cy="111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/>
          <a:p>
            <a:pPr algn="ctr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</a:pPr>
            <a:r>
              <a:rPr lang="en-US" sz="4000" b="1" i="1" dirty="0">
                <a:solidFill>
                  <a:schemeClr val="accent4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Progress Report &amp; Thesis Plan: Evaluating AMIRIS as a Substitute for Purchased Electricity Price Time Series</a:t>
            </a:r>
          </a:p>
        </p:txBody>
      </p:sp>
      <p:pic>
        <p:nvPicPr>
          <p:cNvPr id="657" name="Google Shape;657;p19" descr="Untitled">
            <a:extLst>
              <a:ext uri="{FF2B5EF4-FFF2-40B4-BE49-F238E27FC236}">
                <a16:creationId xmlns:a16="http://schemas.microsoft.com/office/drawing/2014/main" id="{850DFBB0-AE83-A8B3-E179-C567C06900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341" y="6218838"/>
            <a:ext cx="2741675" cy="47244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9">
            <a:extLst>
              <a:ext uri="{FF2B5EF4-FFF2-40B4-BE49-F238E27FC236}">
                <a16:creationId xmlns:a16="http://schemas.microsoft.com/office/drawing/2014/main" id="{02C0FD23-07B1-DA35-D2BE-4F3C302584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5" name="Google Shape;656;p19">
            <a:extLst>
              <a:ext uri="{FF2B5EF4-FFF2-40B4-BE49-F238E27FC236}">
                <a16:creationId xmlns:a16="http://schemas.microsoft.com/office/drawing/2014/main" id="{E8BBA39E-01E7-78A0-C4D4-4B5D4644E988}"/>
              </a:ext>
            </a:extLst>
          </p:cNvPr>
          <p:cNvSpPr txBox="1">
            <a:spLocks/>
          </p:cNvSpPr>
          <p:nvPr/>
        </p:nvSpPr>
        <p:spPr>
          <a:xfrm>
            <a:off x="5735873" y="3991286"/>
            <a:ext cx="6241465" cy="18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Inter Tight SemiBold"/>
              <a:buNone/>
              <a:defRPr sz="3600" b="0" i="0" u="none" strike="noStrike" cap="none">
                <a:solidFill>
                  <a:schemeClr val="dk2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 xml:space="preserve">	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lnSpc>
                <a:spcPct val="115000"/>
              </a:lnSpc>
              <a:spcBef>
                <a:spcPts val="1800"/>
              </a:spcBef>
              <a:spcAft>
                <a:spcPts val="500"/>
              </a:spcAft>
              <a:buClr>
                <a:schemeClr val="accent1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Supervisor:</a:t>
            </a: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Rohith Krishnan Bala Krishnan</a:t>
            </a:r>
            <a:endParaRPr lang="en-US" sz="2000" i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Presented by: 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Muideen Oladayo Ajiboye (471583)</a:t>
            </a:r>
          </a:p>
          <a:p>
            <a:pPr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 13 July 2026</a:t>
            </a:r>
            <a:endParaRPr lang="en-US" sz="20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lnSpc>
                <a:spcPct val="114999"/>
              </a:lnSpc>
              <a:spcBef>
                <a:spcPts val="1800"/>
              </a:spcBef>
              <a:spcAft>
                <a:spcPts val="500"/>
              </a:spcAft>
              <a:buClr>
                <a:srgbClr val="000000"/>
              </a:buClr>
              <a:buSzPts val="1400"/>
              <a:buFont typeface="Wingdings"/>
              <a:buChar char="Ø"/>
            </a:pPr>
            <a:endParaRPr lang="en-US" sz="4000" b="1" i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250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ED2-DF58-C389-8593-B3C0C26C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2766150"/>
            <a:ext cx="10515600" cy="1325700"/>
          </a:xfrm>
        </p:spPr>
        <p:txBody>
          <a:bodyPr/>
          <a:lstStyle/>
          <a:p>
            <a:pPr algn="ctr"/>
            <a:r>
              <a:rPr lang="en-US" dirty="0"/>
              <a:t>Progress &amp; Plan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13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Motivation &amp; Research Question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need: </a:t>
            </a:r>
            <a:r>
              <a:rPr lang="en-US" sz="1600" dirty="0"/>
              <a:t xml:space="preserve">the department’s Thuringia energy model requires hourly day-ahead electricity price time series (8,760 prices per year, German bidding zone) as an input.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Status quo: </a:t>
            </a:r>
            <a:r>
              <a:rPr lang="en-US" sz="1600" dirty="0"/>
              <a:t xml:space="preserve">these series are purchased from Energy Brainpool (Power2Sim scenario data).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The candidate: </a:t>
            </a:r>
            <a:r>
              <a:rPr lang="en-US" sz="1600" dirty="0"/>
              <a:t xml:space="preserve">AMIRIS – DLR’s open-source, agent-based electricity market model – produces the same kind of series at no cost, with full transparency.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Research question: </a:t>
            </a:r>
            <a:r>
              <a:rPr lang="en-US" sz="1600" dirty="0"/>
              <a:t xml:space="preserve">To what extent can AMIRIS reproduce German day-ahead price time series, and how does its accuracy compare with the commercially procured scenarios?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Proposed working title (for approval): </a:t>
            </a:r>
            <a:r>
              <a:rPr lang="en-US" sz="1600" dirty="0"/>
              <a:t xml:space="preserve">“Can Open-Source Market Simulation Substitute Purchased Electricity Price Time Series? Backtesting and Benchmarking AMIRIS for a Regional Energy Model”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4554746B-D50B-DA01-2F0C-00982D9A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9CFAF782-B919-5199-03A6-6513C02AC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934720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b="1" dirty="0"/>
              <a:t>Summary &amp; Requests</a:t>
            </a: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D75122A6-3B79-1388-72E9-6E4FEDC7EB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91263D3-DC0C-B93D-1088-FAA437FA74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A3998-4944-D891-19F3-0A6BE866B853}"/>
              </a:ext>
            </a:extLst>
          </p:cNvPr>
          <p:cNvSpPr txBox="1"/>
          <p:nvPr/>
        </p:nvSpPr>
        <p:spPr>
          <a:xfrm>
            <a:off x="1160206" y="1873722"/>
            <a:ext cx="83672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/>
              <a:t xml:space="preserve">Working pipeline: </a:t>
            </a:r>
            <a:r>
              <a:rPr lang="en-US" sz="1600" dirty="0"/>
              <a:t xml:space="preserve">AMIRIS runs, real data merged, comparison tooling built and reusable.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First backtest (Germany 2018): </a:t>
            </a:r>
            <a:r>
              <a:rPr lang="en-US" sz="1600" dirty="0"/>
              <a:t xml:space="preserve">bias +0.6 EUR/MWh, correlation 0.77 (0.85 post zone-split) – quality comparable to DLR’s published backtests.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Clear next experiments: </a:t>
            </a:r>
            <a:r>
              <a:rPr lang="en-US" sz="1600" dirty="0"/>
              <a:t xml:space="preserve">negative-price bidding, February inputs, multi-year runs 2015–2019.</a:t>
            </a:r>
          </a:p>
          <a:p>
            <a:pPr>
              <a:lnSpc>
                <a:spcPct val="130000"/>
              </a:lnSpc>
            </a:pPr>
            <a:r>
              <a:rPr lang="en-US" sz="1600" b="1" dirty="0"/>
              <a:t xml:space="preserve">Requested today: </a:t>
            </a:r>
            <a:r>
              <a:rPr lang="en-US" sz="1600" dirty="0"/>
              <a:t xml:space="preserve">title approval, Brainpool data access and specification, choice of comparison year.</a:t>
            </a:r>
          </a:p>
        </p:txBody>
      </p:sp>
    </p:spTree>
    <p:extLst>
      <p:ext uri="{BB962C8B-B14F-4D97-AF65-F5344CB8AC3E}">
        <p14:creationId xmlns:p14="http://schemas.microsoft.com/office/powerpoint/2010/main" val="35038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Approach: Two Comparisons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1 – Backtesting: </a:t>
            </a:r>
            <a:r>
              <a:rPr lang="en-US" sz="1600" dirty="0"/>
              <a:t xml:space="preserve">AMIRIS vs. real EPEX/SMARD prices for historical years – establishes model credibility against known ground truth.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Comparison 2 – Benchmarking: </a:t>
            </a:r>
            <a:r>
              <a:rPr lang="en-US" sz="1600" dirty="0"/>
              <a:t xml:space="preserve">AMIRIS vs. Energy Brainpool for a year covered by the department’s data, plus actual prices where that year already lies in the past.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Metrics: </a:t>
            </a:r>
            <a:r>
              <a:rPr lang="en-US" sz="1600" dirty="0"/>
              <a:t xml:space="preserve">mean/baseload price, MAE, RMSE, correlation, price duration curves, daily and seasonal profiles, negative-price and peak hours, wind/PV capture prices.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Key principle: </a:t>
            </a:r>
            <a:r>
              <a:rPr lang="en-US" sz="1600" dirty="0"/>
              <a:t xml:space="preserve">both models compute conditional scenarios, not forecasts – the comparison targets how faithfully each translates assumptions into realistic hourly price structure.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Work Completed: Pipeline Operational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Environment: </a:t>
            </a:r>
            <a:r>
              <a:rPr lang="en-US" sz="1600" dirty="0"/>
              <a:t xml:space="preserve">AMIRIS 4.1.2 (Java) with amirispy/fameio toolchain set up and working locally.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Simulation: </a:t>
            </a:r>
            <a:r>
              <a:rPr lang="en-US" sz="1600" dirty="0"/>
              <a:t xml:space="preserve">Germany2018 backtest scenario executed successfully – full year, 8,760 hours, all agent outputs (market price, dispatch, storage, traders).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Real data: </a:t>
            </a:r>
            <a:r>
              <a:rPr lang="en-US" sz="1600" dirty="0"/>
              <a:t xml:space="preserve">SMARD day-ahead prices obtained and merged across the 1 Oct 2018 bidding-zone split (DE-AT-LU → DE-LU); complete series with one negligible DST artifact.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Analysis tooling: </a:t>
            </a:r>
            <a:r>
              <a:rPr lang="en-US" sz="1600" dirty="0"/>
              <a:t xml:space="preserve">reusable Python scripts (merge + compare) reporting MAE, RMSE, correlation, split-period metrics, and overlay plots – applicable to every future run.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Bonus finding: </a:t>
            </a:r>
            <a:r>
              <a:rPr lang="en-US" sz="1600" dirty="0"/>
              <a:t xml:space="preserve">AMIRIS ships ready-made backtest scenarios for Germany 2015–2019 and Austria 2019 – multi-year validation is feasible within the timeline.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First Results: Germany 2018 Backtest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Annual mean: </a:t>
            </a:r>
            <a:r>
              <a:rPr lang="en-US" sz="1500" dirty="0"/>
              <a:t xml:space="preserve">simulated 45.1 vs. real 44.5 EUR/MWh – bias only +0.6 EUR/MWh (≈1.4%).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Full year: </a:t>
            </a:r>
            <a:r>
              <a:rPr lang="en-US" sz="1500" dirty="0"/>
              <a:t xml:space="preserve">MAE 8.84, RMSE 11.72 EUR/MWh, correlation 0.773. </a:t>
            </a:r>
            <a:r>
              <a:rPr lang="en-US" sz="1500" b="1" dirty="0"/>
              <a:t xml:space="preserve">After the Oct zone split (like-for-like DE-LU): </a:t>
            </a:r>
            <a:r>
              <a:rPr lang="en-US" sz="1500" dirty="0"/>
              <a:t xml:space="preserve">correlation 0.847, MAE 8.25.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dirty="0"/>
              <a:t xml:space="preserve">Quality is comparable to DLR’s own published backtests – level, seasonal shape and spike timing match; spike magnitude is damped.</a:t>
            </a:r>
          </a:p>
        </p:txBody>
      </p:sp>
      <p:pic>
        <p:nvPicPr>
          <p:cNvPr id="900" name="Results chart 2018" descr="AMIRIS simulated vs real day-ahead price, Germany 2018"/>
          <p:cNvPicPr preferRelativeResize="0"/>
          <p:nvPr/>
        </p:nvPicPr>
        <p:blipFill rotWithShape="1">
          <a:blip r:embed="rIdRes18">
            <a:alphaModFix/>
          </a:blip>
          <a:srcRect/>
          <a:stretch/>
        </p:blipFill>
        <p:spPr>
          <a:xfrm>
            <a:off x="2396000" y="3400000"/>
            <a:ext cx="7400000" cy="2642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Error Analysis: Three Explainable Patterns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A – Public holidays (1 Jan, 1 May): </a:t>
            </a:r>
            <a:r>
              <a:rPr lang="en-US" sz="1500" dirty="0"/>
              <a:t xml:space="preserve">model floors at 0 EUR/MWh while real prices reach −49 to −76; renewable bidding logic currently does not bid negative (134 real negative hours vs. 0 simulated).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B – Cold spell 5–19 Feb: </a:t>
            </a:r>
            <a:r>
              <a:rPr lang="en-US" sz="1500" dirty="0"/>
              <a:t xml:space="preserve">simulated 92–103 vs. real 45–53 EUR/MWh; suspected availability/must-run or fuel-cost input for that week.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C – Damped spikes: </a:t>
            </a:r>
            <a:r>
              <a:rPr lang="en-US" sz="1500" dirty="0"/>
              <a:t xml:space="preserve">spike timing correct but peak height undershot (e.g. 9 Oct 19:00: 62 vs. 110 EUR/MWh) – a known agent-based signature without scarcity mark-ups.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500" b="1" dirty="0"/>
              <a:t xml:space="preserve">Each pattern points to a concrete, testable model setting – these are findings, not defects in the workflow.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Immediate Next Steps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1. Negative-price experiment: </a:t>
            </a:r>
            <a:r>
              <a:rPr lang="en-US" sz="1600" dirty="0"/>
              <a:t xml:space="preserve">inspect renewable trader outputs for the holiday hours; enable/verify negative-bidding strategy in scenario.yaml; re-run and compare duration-curve tails.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2. February check: </a:t>
            </a:r>
            <a:r>
              <a:rPr lang="en-US" sz="1600" dirty="0"/>
              <a:t xml:space="preserve">identify the price-setting plant/fuel on 5–19 Feb and cross-check its availability and cost inputs.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3. Multi-year backtests: </a:t>
            </a:r>
            <a:r>
              <a:rPr lang="en-US" sz="1600" dirty="0"/>
              <a:t xml:space="preserve">repeat the identical workflow for Germany 2015–2017 and 2019 (all single-zone years) to test whether the patterns are consistent.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4. Writing: </a:t>
            </a:r>
            <a:r>
              <a:rPr lang="en-US" sz="1600" dirty="0"/>
              <a:t xml:space="preserve">draft the model description and methodology chapters in parallel – the pipeline knowledge is fresh now.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Remaining Timeline (~9 Weeks)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1–2  </a:t>
            </a:r>
            <a:r>
              <a:rPr lang="en-US" sz="1600" dirty="0"/>
              <a:t xml:space="preserve">Negative-price and February experiments; multi-year backtests 2015–2019; model description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3–4  </a:t>
            </a:r>
            <a:r>
              <a:rPr lang="en-US" sz="1600" dirty="0"/>
              <a:t xml:space="preserve">Consolidate backtesting results; methodology chapter; obtain and verify Brainpool data.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5–6  </a:t>
            </a:r>
            <a:r>
              <a:rPr lang="en-US" sz="1600" dirty="0"/>
              <a:t xml:space="preserve">Benchmarking: AMIRIS vs. Brainpool vs. actuals for the agreed comparison year; results chapter.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Weeks 7–8  </a:t>
            </a:r>
            <a:r>
              <a:rPr lang="en-US" sz="1600" dirty="0"/>
              <a:t xml:space="preserve">Discussion (substitution verdict), introduction, conclusion.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Week 9  </a:t>
            </a:r>
            <a:r>
              <a:rPr lang="en-US" sz="1600" dirty="0"/>
              <a:t xml:space="preserve">Formatting, references, final buffer (3–4 days reserved).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Writing rule: </a:t>
            </a:r>
            <a:r>
              <a:rPr lang="en-US" sz="1600" dirty="0"/>
              <a:t xml:space="preserve">~40% of total time on writing, distributed across all phases.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>
          <a:extLst>
            <a:ext uri="{FF2B5EF4-FFF2-40B4-BE49-F238E27FC236}">
              <a16:creationId xmlns:a16="http://schemas.microsoft.com/office/drawing/2014/main" id="{03A0F8BA-A6D4-B121-E709-424CC8BB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B5E50197-F861-AD93-AA5F-EA5FAA874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05" y="125730"/>
            <a:ext cx="11938000" cy="1058722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GB" dirty="0"/>
              <a:t>Inputs Needed Today</a:t>
            </a:r>
            <a:endParaRPr lang="en-US" sz="3000" b="1" dirty="0">
              <a:latin typeface="+mj-lt"/>
              <a:cs typeface="Arial"/>
            </a:endParaRPr>
          </a:p>
        </p:txBody>
      </p:sp>
      <p:pic>
        <p:nvPicPr>
          <p:cNvPr id="734" name="Google Shape;734;p27" descr="Untitled">
            <a:extLst>
              <a:ext uri="{FF2B5EF4-FFF2-40B4-BE49-F238E27FC236}">
                <a16:creationId xmlns:a16="http://schemas.microsoft.com/office/drawing/2014/main" id="{81001E51-EF37-38BE-094A-6752853C13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" y="6221095"/>
            <a:ext cx="2435860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9CA648CA-3FAC-FF9D-8413-357A3CEA1C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014233" y="6254496"/>
            <a:ext cx="731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825" tIns="117825" rIns="117825" bIns="117825" anchor="t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B7E552-CBEC-1024-1D26-9372DA7FAA4A}"/>
              </a:ext>
            </a:extLst>
          </p:cNvPr>
          <p:cNvSpPr txBox="1"/>
          <p:nvPr/>
        </p:nvSpPr>
        <p:spPr>
          <a:xfrm>
            <a:off x="524149" y="1474857"/>
            <a:ext cx="11530055" cy="443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1. </a:t>
            </a:r>
            <a:r>
              <a:rPr lang="en-US" sz="1600" dirty="0"/>
              <a:t xml:space="preserve">Approval of the working title and the scoped plan (backtesting + one benchmarking year).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2. </a:t>
            </a:r>
            <a:r>
              <a:rPr lang="en-US" sz="1600" dirty="0"/>
              <a:t xml:space="preserve">Brainpool data: which years/vintages do we hold? Hourly or aggregated? Which scenario(s)? Real or nominal EUR? Format, access, licensing for thesis use?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3. </a:t>
            </a:r>
            <a:r>
              <a:rPr lang="en-US" sz="1600" dirty="0"/>
              <a:t xml:space="preserve">Which quantities does the Thuringia model actually consume – full hourly series or derived values (annual means, capture prices)? This selects the decisive metrics.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4. </a:t>
            </a:r>
            <a:r>
              <a:rPr lang="en-US" sz="1600" dirty="0"/>
              <a:t xml:space="preserve">Preferred comparison year – ideally a projected year that has since become the past, enabling the three-way test (AMIRIS vs. Brainpool vs. actuals).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600" b="1" dirty="0"/>
              <a:t xml:space="preserve">5. </a:t>
            </a:r>
            <a:r>
              <a:rPr lang="en-US" sz="1600" dirty="0"/>
              <a:t xml:space="preserve">Check-in cadence – proposal: short bi-weekly progress updates.</a:t>
            </a:r>
          </a:p>
        </p:txBody>
      </p:sp>
    </p:spTree>
    <p:extLst>
      <p:ext uri="{BB962C8B-B14F-4D97-AF65-F5344CB8AC3E}">
        <p14:creationId xmlns:p14="http://schemas.microsoft.com/office/powerpoint/2010/main" val="4259096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sson 1">
  <a:themeElements>
    <a:clrScheme name="Simple Light">
      <a:dk1>
        <a:srgbClr val="137C3F"/>
      </a:dk1>
      <a:lt1>
        <a:srgbClr val="FFFCF5"/>
      </a:lt1>
      <a:dk2>
        <a:srgbClr val="146AEB"/>
      </a:dk2>
      <a:lt2>
        <a:srgbClr val="FBA084"/>
      </a:lt2>
      <a:accent1>
        <a:srgbClr val="000000"/>
      </a:accent1>
      <a:accent2>
        <a:srgbClr val="FFFFB3"/>
      </a:accent2>
      <a:accent3>
        <a:srgbClr val="B6D7A8"/>
      </a:accent3>
      <a:accent4>
        <a:srgbClr val="A4C2F4"/>
      </a:accent4>
      <a:accent5>
        <a:srgbClr val="B6D7A8"/>
      </a:accent5>
      <a:accent6>
        <a:srgbClr val="B4A7D6"/>
      </a:accent6>
      <a:hlink>
        <a:srgbClr val="146A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28</Words>
  <Application>Microsoft Office PowerPoint</Application>
  <PresentationFormat>Widescreen</PresentationFormat>
  <Paragraphs>22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Inter Tight SemiBold</vt:lpstr>
      <vt:lpstr>Calibri Light</vt:lpstr>
      <vt:lpstr>Wingdings</vt:lpstr>
      <vt:lpstr>Inter Tight</vt:lpstr>
      <vt:lpstr>Inter Tight Medium</vt:lpstr>
      <vt:lpstr>Office Theme</vt:lpstr>
      <vt:lpstr>Lesson 1</vt:lpstr>
      <vt:lpstr>Office Theme</vt:lpstr>
      <vt:lpstr>SDG NAME</vt:lpstr>
      <vt:lpstr>Indicator</vt:lpstr>
      <vt:lpstr>heading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Cycle Assessment(LCA) Impact Categories</dc:title>
  <dc:creator>Shubham Brahmkshatriy</dc:creator>
  <cp:lastModifiedBy>Syed Hussain Danish</cp:lastModifiedBy>
  <cp:revision>765</cp:revision>
  <dcterms:created xsi:type="dcterms:W3CDTF">2025-05-17T19:08:11Z</dcterms:created>
  <dcterms:modified xsi:type="dcterms:W3CDTF">2026-06-19T14:56:58Z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77A5A772DBAE41BDA729E1F1C6215462_12</vt:lpwstr>
  </property>
  <property fmtid="{D5CDD505-2E9C-101B-9397-08002B2CF9AE}" pid="3" name="KSOProductBuildVer">
    <vt:lpwstr>2057-12.2.0.20796</vt:lpwstr>
  </property>
</Properties>
</file>