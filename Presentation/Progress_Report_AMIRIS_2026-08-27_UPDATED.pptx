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42.xml"/><Relationship Id="rId21" Type="http://schemas.openxmlformats.org/officeDocument/2006/relationships/slide" Target="slides/slide43.xml"/><Relationship Id="rId22" Type="http://schemas.openxmlformats.org/officeDocument/2006/relationships/slide" Target="slides/slide44.xml"/><Relationship Id="rId23" Type="http://schemas.openxmlformats.org/officeDocument/2006/relationships/slide" Target="slides/slide45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1346" y="1139559"/>
            <a:ext cx="111920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GB" sz="3600" dirty="0">
                <a:solidFill>
                  <a:srgbClr val="FFFFFF"/>
                </a:solidFill>
              </a:rPr>
              <a:t>From Commercial to Open-Source: Evaluating AMIRIS as a Cost-Free Alternative to Energy </a:t>
            </a:r>
            <a:r>
              <a:rPr lang="en-GB" sz="3600" dirty="0" err="1">
                <a:solidFill>
                  <a:srgbClr val="FFFFFF"/>
                </a:solidFill>
              </a:rPr>
              <a:t>Brainpool</a:t>
            </a:r>
            <a:r>
              <a:rPr lang="en-GB" sz="3600" dirty="0">
                <a:solidFill>
                  <a:srgbClr val="FFFFFF"/>
                </a:solidFill>
              </a:rPr>
              <a:t> for Electricity Price Forecasting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D2D9DF"/>
                </a:solidFill>
              </a:defRPr>
            </a:pPr>
            <a:r>
              <a:t>Supervisor: Rohith Krishnan Bala Krishnan</a:t>
            </a:r>
          </a:p>
          <a:p>
            <a:pPr>
              <a:spcAft>
                <a:spcPts val="600"/>
              </a:spcAft>
              <a:defRPr sz="1600">
                <a:solidFill>
                  <a:srgbClr val="D2D9DF"/>
                </a:solidFill>
              </a:defRPr>
            </a:pPr>
            <a:r>
              <a:t>Presented by: Muideen Oladayo Ajiboye (471583)</a:t>
            </a:r>
          </a:p>
          <a:p>
            <a:pPr>
              <a:spcAft>
                <a:spcPts val="600"/>
              </a:spcAft>
              <a:defRPr sz="1600">
                <a:solidFill>
                  <a:srgbClr val="D2D9DF"/>
                </a:solidFill>
              </a:defRPr>
            </a:pPr>
            <a:r>
              <a:t>Date: 27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Tasks from the last meeting - status update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What we've done since: building, testing, and validating the Germany 2027 model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Where things stand now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AEBD7"/>
                </a:solidFill>
              </a:defRPr>
            </a:pPr>
            <a:r>
              <a:t>PART 1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Tasks From the Last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Three Tasks From Last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1.  Submit the filled thesis form for endorsement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2.  Load profile comparisons - AMIRIS vs. our different model versions, with charts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3.  </a:t>
            </a:r>
            <a:r>
              <a:rPr lang="en-US" dirty="0"/>
              <a:t>Use </a:t>
            </a:r>
            <a:r>
              <a:rPr dirty="0"/>
              <a:t>the 2009 renewable weather profiles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Task 1: Thesis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Administrative item - status to confirm at this meeting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Task 2: Load Profile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6</a:t>
            </a:r>
          </a:p>
        </p:txBody>
      </p:sp>
      <p:pic>
        <p:nvPicPr>
          <p:cNvPr id="4" name="Picture 3" descr="amiris_v1_v2_loa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927" y="1188720"/>
            <a:ext cx="605166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AMIRIS's own reference profile vs. V1 (single household-shape demand) vs. V2 (component-split demand)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Task 2: What the Comparison Showed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2220"/>
                </a:solidFill>
              </a:defRPr>
            </a:pPr>
            <a:r>
              <a:t>•  V1 (one shape for all demand): peak too high, unrealistic evening spike</a:t>
            </a:r>
          </a:p>
          <a:p>
            <a:pPr>
              <a:spcAft>
                <a:spcPts val="1000"/>
              </a:spcAft>
              <a:defRPr sz="1500" b="1">
                <a:solidFill>
                  <a:srgbClr val="1E2220"/>
                </a:solidFill>
              </a:defRPr>
            </a:pPr>
            <a:r>
              <a:t>•  V2 (split into 4 real components): much closer to AMIRIS's own real reference shape</a:t>
            </a:r>
          </a:p>
          <a:p>
            <a:pPr>
              <a:spcAft>
                <a:spcPts val="1000"/>
              </a:spcAft>
              <a:defRPr sz="1500" b="1">
                <a:solidFill>
                  <a:srgbClr val="1E2220"/>
                </a:solidFill>
              </a:defRPr>
            </a:pPr>
            <a:r>
              <a:t>•  This finding directly motivated switching the whole project to V2</a:t>
            </a:r>
          </a:p>
          <a:p>
            <a:pPr>
              <a:spcAft>
                <a:spcPts val="1000"/>
              </a:spcAft>
              <a:defRPr sz="1500" b="1">
                <a:solidFill>
                  <a:srgbClr val="1E2220"/>
                </a:solidFill>
              </a:defRPr>
            </a:pPr>
            <a:r>
              <a:t>•  V2 became the foundation for everything that followed</a:t>
            </a:r>
          </a:p>
        </p:txBody>
      </p:sp>
      <p:pic>
        <p:nvPicPr>
          <p:cNvPr id="5" name="Picture 4" descr="amiris_v1_v2_loa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05494"/>
            <a:ext cx="5943600" cy="46699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Task 3: 2009 Renewable Weather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8</a:t>
            </a:r>
          </a:p>
        </p:txBody>
      </p:sp>
      <p:pic>
        <p:nvPicPr>
          <p:cNvPr id="4" name="Picture 3" descr="renewable_profile_2009_vs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502" y="1188720"/>
            <a:ext cx="5094514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Real 2009 weather (renewables.ninja) vs. our original profiles - one week detail + full-year duration curves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Task 3: What We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</a:t>
            </a:r>
            <a:r>
              <a:rPr dirty="0" err="1"/>
              <a:t>Brainpool's</a:t>
            </a:r>
            <a:r>
              <a:rPr dirty="0"/>
              <a:t> forecast is built on real 2009 weather - confirmed directly from their published methodology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Rebuilt wind &amp; solar using real 2009 weather data</a:t>
            </a:r>
          </a:p>
          <a:p>
            <a:pPr>
              <a:spcAft>
                <a:spcPts val="600"/>
              </a:spcAft>
              <a:defRPr sz="1600" b="0">
                <a:solidFill>
                  <a:srgbClr val="5A605C"/>
                </a:solidFill>
              </a:defRPr>
            </a:pPr>
            <a:r>
              <a:rPr dirty="0"/>
              <a:t>‒  Onshore wind and solar: strongly correlated with our original profiles (r = 0.90 and 0.97)</a:t>
            </a:r>
          </a:p>
          <a:p>
            <a:pPr>
              <a:spcAft>
                <a:spcPts val="600"/>
              </a:spcAft>
              <a:defRPr sz="1600" b="0">
                <a:solidFill>
                  <a:srgbClr val="5A605C"/>
                </a:solidFill>
              </a:defRPr>
            </a:pPr>
            <a:r>
              <a:rPr dirty="0"/>
              <a:t>‒  Offshore wind: no real correlation (r = 0.01) - a genuine, separate gap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This 2009 weather basis was later reused for heat-pump temperature too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AEBD7"/>
                </a:solidFill>
              </a:defRPr>
            </a:pPr>
            <a:r>
              <a:t>PART 2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What We've Done Since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Built a full AMIRIS model of Germany's 2027 electricity market, from Brainpool's real input data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Compared it hour-by-hour against Brainpool's own real 2027 price forecast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Diagnosed and fixed the gap, one verified step at a time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Tested whether the fixes hold up on years we never tuned for (2028, 2029)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Found and fixed a genuine bug along the way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Building the Model (V1 -&gt; V2)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V1: one household-shaped demand curve for all of Germany's electricity use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V2: split demand into 4 real components - base load, heat pumps, electrolysis, e-mobility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Each component shaped using the real data suited to it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Result: shortage hours (the model 'running out of power') fell from 15.9% to 7.5% of the year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Fixing the Import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13</a:t>
            </a:r>
          </a:p>
        </p:txBody>
      </p:sp>
      <p:pic>
        <p:nvPicPr>
          <p:cNvPr id="4" name="Picture 3" descr="ppt_chart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88720"/>
            <a:ext cx="512064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Diagnosed directly: 64% of shortage hours had ZERO import available - import timing was copied from an unrelated year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Verifying Our Assumptions Against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Rather than assume, we checked Brainpool's real published methodology directly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Confirmed: 2009 weather year - correct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Confirmed: Brainpool's real model covers ~30 European countries with price coupling, not one neighbour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Rebuilt our import price as a blend of 11 real neighbouring countries instead of France alone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Result: a small, genuine improvement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Making Demand "Smart"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Hydrogen production (electrolysis) and EV charging used to draw power flat, every hour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Rebuilt both as price-responsive: they now choose WHEN to draw power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Verified directly: both shift toward cheap and negative-price hours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EV charging result: shortage hours reached ZERO for the first time this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Correlation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16</a:t>
            </a:r>
          </a:p>
        </p:txBody>
      </p:sp>
      <p:pic>
        <p:nvPicPr>
          <p:cNvPr id="4" name="Picture 3" descr="chart_correlation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188720"/>
            <a:ext cx="950976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How closely AMIRIS tracks Brainpool's real 2027 price, step by step, from initial calibration to the final fix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Testing Years We Never Tuned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17</a:t>
            </a:r>
          </a:p>
        </p:txBody>
      </p:sp>
      <p:pic>
        <p:nvPicPr>
          <p:cNvPr id="4" name="Picture 3" descr="chart_outofsample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188720"/>
            <a:ext cx="950976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Built 2028 and 2029 the same way as 2027, with zero re-tuning, using Brainpool's newly-supplied multi-year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 Genuine Bug, Found and Fixed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34440"/>
            <a:ext cx="1115568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Checking WHERE 2028/2029 disagreed with </a:t>
            </a:r>
            <a:r>
              <a:rPr dirty="0" err="1"/>
              <a:t>Brainpool</a:t>
            </a:r>
            <a:r>
              <a:rPr dirty="0"/>
              <a:t> most revealed a real calendar bug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Our demand shape borrows a real year's usage pattern (2016) and trims it to fit the target year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The trimming method silently misaligned the days of the week for 84% of the year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Clean result: both 2027 and 2029 improved on accuracy AND average error, with no downside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Out-of-Sample Testing: What We Found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Using Brainpool's newly-supplied 2027-2029 data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Built Germany 2028 and 2029 the exact same way as 2027 - zero re-tuning of any setting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Goal: does the model still work on years it wasn't built for?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Price LEVEL held up well in both new years (average price, average error stayed close)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But hour-to-hour matching quality dropped the further from 2027:</a:t>
            </a:r>
          </a:p>
          <a:p>
            <a:pPr>
              <a:spcAft>
                <a:spcPts val="600"/>
              </a:spcAft>
              <a:defRPr sz="1600" b="0">
                <a:solidFill>
                  <a:srgbClr val="5A605C"/>
                </a:solidFill>
              </a:defRPr>
            </a:pPr>
            <a:r>
              <a:t>‒  2027 (tuned for): r = 0.647</a:t>
            </a:r>
          </a:p>
          <a:p>
            <a:pPr>
              <a:spcAft>
                <a:spcPts val="600"/>
              </a:spcAft>
              <a:defRPr sz="1600" b="0">
                <a:solidFill>
                  <a:srgbClr val="5A605C"/>
                </a:solidFill>
              </a:defRPr>
            </a:pPr>
            <a:r>
              <a:t>‒  2028 (never tuned for): r = 0.446</a:t>
            </a:r>
          </a:p>
          <a:p>
            <a:pPr>
              <a:spcAft>
                <a:spcPts val="600"/>
              </a:spcAft>
              <a:defRPr sz="1600" b="0">
                <a:solidFill>
                  <a:srgbClr val="5A605C"/>
                </a:solidFill>
              </a:defRPr>
            </a:pPr>
            <a:r>
              <a:t>‒  2029 (never tuned for): r = 0.349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This gap became the focus of the next round of investigation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We Found the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20</a:t>
            </a:r>
          </a:p>
        </p:txBody>
      </p:sp>
      <p:pic>
        <p:nvPicPr>
          <p:cNvPr id="4" name="Picture 3" descr="chart_weekday_b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721" y="1188720"/>
            <a:ext cx="8436077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Real electricity demand should be highest on weekdays, lowest on Sunday - our model's 2029 demand had this backwards on two days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Root Cause: A Hidden Calendar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Our demand shape borrows a real year's usage pattern (2016) and trims it to fit the target year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2016 has one extra day (leap year) that must be removed to fit a normal year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The extra day removed was February 29th - sitting in the MIDDLE of the year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Removing a day from the middle silently shifts every day after it by one weekday, for the rest of the year (10 of 12 months)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This bug had been present in our main 2027 model since it was first built - only found now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The fix: remove December 31st instead - it sits at the END of the year, so nothing after it is disturbed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Result: A Clean, Genuine Improvement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Both accuracy AND average error improved together, with almost no downside - a genuine bug fix, not a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78992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108960"/>
                <a:gridCol w="310896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Correlation - before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0.647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0.349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Correlation - after fix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0.446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Average error - before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28.19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29.59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Average error - after fix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26.91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29.14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220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A6B47"/>
                          </a:solidFill>
                        </a:defRPr>
                      </a:pPr>
                      <a:r>
                        <a:t>Both up together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A6B47"/>
                          </a:solidFill>
                        </a:defRPr>
                      </a:pPr>
                      <a:r>
                        <a:t>Both up together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 Cheaper Idea First: Can We Just Cap How Negative Price Goes?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A supervisor-suggested quick test, before the bigger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Before committing to the much bigger cross-border export/market-coupling build, tested a smaller idea first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Our model reports very negative prices in summer (too much solar/wind) far more often than Brainpool's real forecast does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Question: what if we simply limited how negative AMIRIS is allowed to report a price - would that alone close some of the correlation gap?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First step: check whether this is even something we can configure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We Found: The Floor Already Exists - Inside AMIRIS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Opened up AMIRIS's actual underlying program (not just our settings file) to check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Found AMIRIS already has a hard limit: -500 EUR/MWh, built directly into the program's core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This isn't arbitrary - it matches the real limit used by Europe's actual electricity exchanges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It is NOT something we can change from our scenario settings - changing it means editing and rebuilding AMIRIS's own program, a much bigger step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So a smaller, faster test was run first: adjust the REPORTED price after the fact, purely to see if a different limit was even worth the bigger effort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Testing Every Floor From -500 to +100 EUR/MWh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25</a:t>
            </a:r>
          </a:p>
        </p:txBody>
      </p:sp>
      <p:pic>
        <p:nvPicPr>
          <p:cNvPr id="4" name="Picture 3" descr="floor_sweep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60" y="1188720"/>
            <a:ext cx="8352598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Top: match quality (correlation) barely moves across most of the range, then gets worse. Bottom: average price gap improves toward the floor, then overshoots badly past about +30.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Result: Confirmed Dead End - Including the Suggested +10 EUR/MWh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Match-quality score (correlation) for each cap tested - higher is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2984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Current model (no 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Best negative cap found (-50)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0.515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0.396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0.475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Cap at +10 EUR/MWh (tested directly)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2220"/>
                          </a:solidFill>
                        </a:defRPr>
                      </a:pPr>
                      <a:r>
                        <a:t>Cap at +100 EUR/MWh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963C28"/>
                          </a:solidFill>
                        </a:defRPr>
                      </a:pPr>
                      <a:r>
                        <a:t>0.096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963C28"/>
                          </a:solidFill>
                        </a:defRPr>
                      </a:pPr>
                      <a:r>
                        <a:t>0.100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963C28"/>
                          </a:solidFill>
                        </a:defRPr>
                      </a:pPr>
                      <a:r>
                        <a:t>0.396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069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t>No cap value, in either direction, improves match quality - a real, capped result at +10 makes it clearly worse. Confirmed: the bigger cross-border export/market-coupling build remains the most promising next step.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 Follow-Up Idea: Give Power Plants a Real Start-Up Cost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A genuine mechanism this time, not a cosmetic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Our model goes negative far more often than Brainpool's real forecast (18-20% of hours vs. under 1%)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Idea: real power plants incur a real cost to shut down and restart - so they sometimes prefer to keep running even at a negative price, rather than switch off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Our model currently gives every plant a shut-down/restart cost of exactly zero - no real reason to avoid shutting off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Unlike the price-cap idea, this is a genuine real-world mechanism, not an artificial adjustment - worth testing properly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We Did: Sourced a Real Number, Built a Real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Found a real, peer-reviewed study on actual power plant start-up costs (Nature Energy, 2017)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Real figures: about EUR50,000-70,000 per start for a large coal/lignite plant, EUR60,000 for a gas plant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Converted these into our model's units and applied them to every plant type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Built this as its own separate model version and ran a full, real simulation - not a shortcut estimate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Result: Zero Difference - a Cleaner Dead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963C28"/>
                </a:solidFill>
              </a:defRPr>
            </a:pPr>
            <a:r>
              <a:t>0 of 8,760 hours</a:t>
            </a:r>
          </a:p>
          <a:p>
            <a:pPr algn="ctr">
              <a:defRPr sz="1600" i="1">
                <a:solidFill>
                  <a:srgbClr val="5A605C"/>
                </a:solidFill>
              </a:defRPr>
            </a:pPr>
            <a:r>
              <a:t>changed price, even by a single 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0"/>
            <a:ext cx="11155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The new setting made literally no difference to the result, at any point in the year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Investigated why: the number IS calculated inside the program, but that calculation is never actually connected to the price the plant offers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So this isn't a trade-off to weigh, like the price cap was - the switch simply isn't wired to anything in our version of the model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Confirms: the cross-border export/market-coupling build remains the most promising next step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One More Follow-Up: Does Lignite's Bidding Behaviour Matter?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A genuine, working mechanism - confirmed before testing this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Opened up the actual bidding formula this time (learned from the last dead end) - and confirmed this one IS connected to price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Our model lets lignite plants bid as low as -60 EUR/MWh below their true cost - by far the widest allowance of any fuel type (gas: -10, coal: -15)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Question: does narrowing this allowance reduce how often our model goes negative?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No published real-world figure exists for this setting, so anchored the test to a real target instead: Germany's actual negative-price frequency (3-5%) vs. our model's 18%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Result: Tested 4 Values - a Real Effect, But Not Where It Counts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6,218 of 8,760 hours changed price - a real, working effect, unlike the last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017520"/>
                <a:gridCol w="274320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minMarkup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Match Quality</a:t>
                      </a:r>
                    </a:p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(trustworthy)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Avg. Price Gap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Negative Hours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-60 (current)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-11.86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-40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0.672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-11.34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16.7%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0.671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-10.21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-10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0.672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-10.16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0690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t>The average price gap and how often we go negative both improve a little as the setting narrows - real, modest gains. But match quality (our trustworthy score) barely moves at all, staying flat across every value tested.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Why We're Not Adopting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A real, working lever this time - unlike the last test, changing this setting genuinely changes thousands of hours' prices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Small, real, consistent wins on secondary measures (average price gap, how often we go negative)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But on our main trustworthy match-quality score, there is no real improvement at any value tested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A separate, simpler-looking 'headline' score DID jump around a lot - but not consistently, confirming it was a coincidence of a few specific hours, not genuine improvement (the same trap we've caught before in this project)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Conclusion: confirmed as a real but limited lever. Cross-border export/market-coupling remains the one significant untested option left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 Big Idea: A Real Two-Way Trading Partner for Germany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Moving from the small experiments to the one big remaining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Every smaller idea we tested (price cap, start-up cost, bidding floor) came up empty or too limited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The one big lever left untested: let the model properly BUY AND SELL power across the border, not just buy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AMIRIS has a real, working template for exactly this - a second market 'zone' connected to Germany's own, trading both ways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Plan: source real data first, build a first working version, then refine it step by step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Sourcing Real Data From Scratch for a 'Rest of Europe' Zone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Nothing invented - every number traced to a real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Needed: how much power the rest of Europe uses, what it's generated from, and how much can physically flow across the border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Pulled real 2023 figures (demand, power plant types) for Germany's 10 real neighbouring countries from Eurostat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Pulled real weather-driven wind/solar output the same way we did for Germany's own model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Hit a real multi-day outage on Europe's official cross-border data platform partway through - worked around it with an alternative real source, then went back and finished the job once it recovered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 First Working Two-Way Market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A real improvement in one measure, a real cost in another - both honestly reported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13385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38328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Before (import-only)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First working version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Match quality (trustworthy score)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Average price gap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-11.86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-30.39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0632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t>Match quality genuinely improved. But the average price moved further from real - explained by a placeholder guess for how much power can flow across the border, and the other side having no storage/flexibility of its own yet.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Real Border Data Replaces the Guess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Turning a placeholder into a real, sourced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The European data platform came back online - immediately used it to replace the placeholder guess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Pulled real, hour-by-hour cross-border flow data for all of Germany's real neighbouring borders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Used that real data to set a genuine, grounded limit on how much power can flow - not a guess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Result: confirmed the match-quality improvement was real, not just luck from an oversized placeholder guess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Adding Real Storage: Our Best Result Yet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Real storage and real subsidies on both sides of the border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A6B47"/>
                </a:solidFill>
              </a:defRPr>
            </a:pPr>
            <a:r>
              <a:t>Average price within 60 cents</a:t>
            </a:r>
          </a:p>
          <a:p>
            <a:pPr algn="ctr">
              <a:defRPr sz="1600" i="1">
                <a:solidFill>
                  <a:srgbClr val="5A605C"/>
                </a:solidFill>
              </a:defRPr>
            </a:pPr>
            <a:r>
              <a:t>of the real figure - the closest match this entire project has produced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0"/>
            <a:ext cx="11155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Gave the 'Rest of Europe' side its own real storage (battery-style + reservoir hydro), the same way Germany already has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Gave it real subsidy treatment too, instead of a placeholder zero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Checked directly that the new storage is actually doing real work, not just sitting there unused - confirmed it is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Match quality also stayed strong - a genuine, all-round best result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Does It Hold Up in Other Years? Testing 2028 and 2029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The same build, tested on years we never tuned it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1338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32004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Match quality: before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Match quality: with two-way trading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0.718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0.752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Average price gap: with two-way trading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+6.19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+26.85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56616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t>Match quality improved strongly in both years, confirming it isn't a one-year fluke. But the average price gap looked concerning for 2029 - investigated further on the next slide.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 Real Story: Excellent on Ordinary Days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A follow-up question corrected a misleading headline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That '+26.85' number looked like a real step backwards - checked it properly rather than taking it at face value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Found: 88% of that gap comes from just a handful of extreme 'ran out of power' hours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On ordinary days (99%+ of the year), all three years - 2027, 2028, 2029 - are excellent and remarkably consistent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The real, narrower issue: those extreme hours are becoming more frequent the further we get from our home year (2027)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Chasing That Gap: Two Honest Dead Ends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Two well-reasoned ideas, tested properly, both honestly ruled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Idea 1: scale up the border capacity to keep pace with Germany's own growth - tested directly, did not fix it, made one year worse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Idea 2: check a specific setting inside AMIRIS's own coupling engine - opened up the real program code and found that setting was already unlimited, not the cause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Found one real, unexplained clue instead: Germany's import during these rare hours stays suspiciously flat no matter how much extra capacity is available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Getting to the exact cause would need to edit and rebuild AMIRIS's own program - a bigger step, not yet taken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Where This Leaves Us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The real, current state of the two-way trading model across all three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3167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Match quality (with two-way trading)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Average price gap, ordinary days only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-0.59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+1.08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+3.21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Rare extreme hours (target: near zero)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56616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t>Strong, consistent match quality and excellent ordinary-day accuracy across all three years - the core result stands. The one real, still-open gap is the rising frequency of extreme hours the further a year is from 2027.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Where We Stand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338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Shortage hours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 price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vs. Brainpool's real 68.04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V1, no 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15.88%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519 EUR/MWh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7.6x too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V1, final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0.83%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75 EUR/MWh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almost exact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V2, no 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7.52%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286 EUR/MWh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4.2x too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V2, final (all fixes)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0.02%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56 EUR/MWh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close, slightly below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Overall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48</a:t>
            </a:r>
          </a:p>
        </p:txBody>
      </p:sp>
      <p:pic>
        <p:nvPicPr>
          <p:cNvPr id="4" name="Picture 3" descr="chart_overall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56" y="1188720"/>
            <a:ext cx="11238807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From wildly divergent (7.6x too high, 16% shortage hours) to close to Brainpool's real forecast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Decide whether to pursue a full cross-border export model (a large undertaking) - the midday-price gap is the main remaining issue and needs this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Consider whether to update the shortage price (3,000 EUR/MWh) to reflect today's real EU cap (5,000 EUR/MWh)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Investigate WHY the import ceiling behaves differently across years - a real, still-unexplained pattern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Continue folding all findings into the formal thesis documentation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One More Lead: Could the Other Side's Own Storage Explain the Gap?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A real, testable idea - checked and ruled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The one open thread from before: a small number of extreme hours where Germany imports less than it could, even with spare capacity available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Tested directly using data already on hand: is the rest of Europe's own storage running physically empty during those hours?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Checked both battery-style storage and reservoir hydro on the other side of the border - neither ever comes close to its own physical limit, in either year tested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Rules out 'the other side simply has nothing left to give' - strengthens the case that the real limiter is inside the model's own internal trading logic, not a real-world capacity constraint anywhere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Pushing Further: Replacing the Combined Zone With a Real Named Country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Testing whether more realism helps, or whether the combined approach was already the right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Everything so far treated 'the rest of Europe' as one combined stand-in - the next real question: does splitting out a real neighbour by name do any better?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Chose France as the test case: the largest single economy involved, and the one country with enough real, already-sourced data to build immediately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Built it properly: France's own real power plants, real demand, real weather-driven renewables, and a real border link to Germany - not a shortcut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Result: A Real Step Backward - With a Clear, Understood Reason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Splitting France out on its own made things worse, not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22529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Combined zone (best result)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France split out separately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'Ran out of power'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Average price gap on ordinary days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-2.90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+9.65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0632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t>Real, checked reason: France's own huge nuclear fleet used to help keep the WHOLE combined pool well-supplied. Pulled out on its own, the remaining combined zone lost that cushion and became genuinely short more often - while France's own surplus, now only linked directly to Germany by a narrow border, couldn't reach the rest of Europe to help there either.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Going All the Way: All 10 Real Neighbouring Countries at Once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A genuine engineering problem, found, diagnosed, and fixed along the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Since one real country made things worse for a clear, understood reason, the natural next test: does the SAME problem get worse - or does something different happen - once every real neighbour is split out?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Built all 10 real countries as their own separate zones - the largest build of the whole project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Hit a genuine, hard technical bug along the way: the model's own dispatch engine broke down for one specific country (Denmark) - traced directly to Denmark's real hydro power being far too small in absolute terms for the model to handle reliably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Fixed with a clearly labelled, honestly-flagged technical workaround (not real data) - confirmed the fix worked, then completed the full 10-country run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Result: Better Than Expected - But Still Not the Winning Approach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Splitting into all 10 real countries beat the single-country attempt on every measure but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4173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200400"/>
                <a:gridCol w="32004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Combined zone (best)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France alone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All 10 countries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'Ran out of power'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Average price gap, ordinary days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-2.90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+9.65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+4.87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Match quality (trustworthiness)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0.731 (best yet)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56616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t>Genuinely surprising: going all the way to 10 real countries actually did BETTER than splitting out just one - likely because Germany can now draw on many countries' cheap power at once, instead of being stuck behind one narrow link. But it still doesn't beat the original combined-zone approach on the two measures that matter most. Decision: keep the combined zone as our best, standing result.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954</Words>
  <Application>Microsoft Office PowerPoint</Application>
  <PresentationFormat>Widescreen</PresentationFormat>
  <Paragraphs>117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MUIDEEN AJIBOYE</cp:lastModifiedBy>
  <cp:revision>2</cp:revision>
  <dcterms:created xsi:type="dcterms:W3CDTF">2013-01-27T09:14:16Z</dcterms:created>
  <dcterms:modified xsi:type="dcterms:W3CDTF">2026-08-26T22:32:27Z</dcterms:modified>
  <cp:category/>
</cp:coreProperties>
</file>