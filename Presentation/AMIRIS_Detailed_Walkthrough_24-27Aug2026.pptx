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77" r:id="rId19"/>
    <p:sldId id="278" r:id="rId20"/>
    <p:sldId id="279" r:id="rId21"/>
    <p:sldId id="280" r:id="rId22"/>
    <p:sldId id="281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Detailed Walkthrough: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Germany 2027 Model Validation</a:t>
            </a:r>
            <a:r>
              <a:rPr lang="en-US" dirty="0"/>
              <a:t>, after the last meeting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D2D9DF"/>
                </a:solidFill>
              </a:defRPr>
            </a:pPr>
            <a:r>
              <a:rPr dirty="0"/>
              <a:t>Every step, finding, and fix - day by day</a:t>
            </a:r>
          </a:p>
          <a:p>
            <a:pPr>
              <a:spcAft>
                <a:spcPts val="600"/>
              </a:spcAft>
              <a:defRPr sz="1500">
                <a:solidFill>
                  <a:srgbClr val="D2D9DF"/>
                </a:solidFill>
              </a:defRPr>
            </a:pPr>
            <a:r>
              <a:rPr dirty="0"/>
              <a:t>Presented by: </a:t>
            </a:r>
            <a:r>
              <a:rPr dirty="0" err="1"/>
              <a:t>Muideen</a:t>
            </a:r>
            <a:r>
              <a:rPr dirty="0"/>
              <a:t> Oladayo Ajiboye (471583)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1. Does Heat-Pump Weather Timing Matter?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Question: would using real 2009 temperature (instead of a generic typical-year climate profile) for heat-pump demand change the result?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Built and tested it directly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Result: essentially no effect on the overall comparison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Why: heat pumps are under 3% of total demand - too small a slice to move the whole picture, even if modelled perfectly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2. Diagnosing the Midday Price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AMIRIS predicts noticeably lower prices than Brainpool specifically around midday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Inspected one real midday hour, agent by agent, to find out why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Finding 1: two renewable subsidy types behave differently under oversupply - one type switches off when prices crash, the other keeps running regardless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Finding 2 (the bigger one): the model has no way to sell EXTRA power abroad - it can only import, never export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When Germany produces more solar/wind than it needs, the only options are: switch off, fill batteries, or let the price crash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3. Attempting to Build an Export 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Tried building a way for the model to sell surplus power abroad, using the closest available tool (built for battery-like devices)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Kept as its own separate, clearly labelled test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Result: it never activated once, in any of the 8,760 hours of the year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Why: the tool only acts when there's an eventual payoff - a device that never sells anything back has no such payoff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Confirmed as a real, structural limit - not a mistake, and not fixed that 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4. Verifying Assumptions Against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Two of our biggest assumptions had never actually been confirmed - checked directly rather than continuing to guess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Confirmed: Brainpool's real forecast IS built on real 2009 weather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Found: Brainpool's real model covers ~30 European countries with price coupling - not just one neighbour (we had been using France alone)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5. A Fairer Stand-In for the Neighbouring Price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A full 30-country model is far too big a job to replicate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Next best option: blended real prices from all 11 of Germany's actual neighbouring countries, instead of France alone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Result: a small, genuine improvement - France's price alone wasn't wildly different from the 11-country blend to begin with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6. How Big a Job Would a Real Export Feature Be?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AMIRIS does have the real tools needed for two markets to trade in both directions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A working example already exists showing how two markets can be connected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But making real use of it means building an entire second, simplified country-model and connecting it properly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Assessment: achievable in principle, but comparable in size to the work that went into the German side in the first place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7. Checking the Public-Holiday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Idea: our weekday/weekend fix doesn't know that a Thursday might be a public holiday with much lower real usage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Germany's real 2027 public holidays were checked directly against the price comparison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First look was promising - but didn't hold up under closer checking (controlling for season, comparing against normal day-to-day variation)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Result: a genuine null result - ruled out, not pursued further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8. Why 3,000 EUR/MWh for the Shortage Price?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Question: is this number arbitrary, or does it mean something real?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Researched directly rather than assumed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Confirmed: this is the real, legally-binding EU-wide price ceiling that applied across Europe's electricity markets from November 2017 to May 2022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Our reference year (2019) sits right in the middle of that period - the number was correctly copied from a real regulatory fact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Found: the real ceiling has since risen twice, to 5,000 EUR/MWh today - flagged as worth revisiting, not acted on immediately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9 &amp; 10. Making Two Demand Pieces "Smart"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Hydrogen production (electrolysis) and EV charging used to draw power flat, every hour, regardless of price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Rebuilt both as their own agents: same total electricity used across the year, but free to choose WHEN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Electrolysis result: shortage hours fell from 4 to 1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EV charging result: shortage hours reached ZERO for the first time in this whole project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Verified directly: both genuinely shift toward cheap and negative-price hours, and specifically the midday sunny-hour surplus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11. Checking the Big Battery/Storage Units Too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Question: should these be made "smart" the same way?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Checked first: they were already found to be genuinely price-driven by design - no fix needed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But found: the reservoir hydro dam was hitting its own size limit 35% of the year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Tested a bigger size: real, modest improvement, but never fully solves it even at triple the real size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Since the real size is Brainpool's own stated figure, kept as a documented finding rather than a change made to the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12. Finding Out What's Left to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15</a:t>
            </a:r>
          </a:p>
        </p:txBody>
      </p:sp>
      <p:pic>
        <p:nvPicPr>
          <p:cNvPr id="5" name="Picture 4" descr="correlation_breakdown_flex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344" y="1417320"/>
            <a:ext cx="6656832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i="1">
                <a:solidFill>
                  <a:srgbClr val="5A605C"/>
                </a:solidFill>
              </a:defRPr>
            </a:pPr>
            <a:r>
              <a:t>Re-ran the 'where exactly does the mismatch happen' check on the best-yet model - the midday problem was still there, almost unchanged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13. A New Seasonal Puzzle, Investigated and Ruled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The same check also showed July-October prices consistently further off than any other time of year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Five specific, sensible explanations were checked directly, one at a time: extra solar/wind, different renewable mix, cheaper imports, extra demand, plant maintenance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All five ruled out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What was actually found: Brainpool assumes a steady price climb through summer that our single-country model simply can't see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Traced back to the same known limitation: our model only sees Germany; Brainpool's real tool watches ~30 countries at once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14. Testing on Years the Model Was Never Tuned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New Brainpool data arrived, covering 2028 and 2029 too - a chance to test generalisation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Built 2028 and 2029 the exact same way as 2027 - zero re-tuning of any setting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Genuine surprise: the simulation software doesn't understand true leap years at all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It always treats every year as exactly 365 days, and for a leap year skips December 31st instead of adding a day in February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Every part of the 2028 build was adjusted to work the way the software actually expects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15. First Out-of-Sample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18</a:t>
            </a:r>
          </a:p>
        </p:txBody>
      </p:sp>
      <p:pic>
        <p:nvPicPr>
          <p:cNvPr id="5" name="Picture 4" descr="chart_outofsample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417320"/>
            <a:ext cx="950976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i="1">
                <a:solidFill>
                  <a:srgbClr val="5A605C"/>
                </a:solidFill>
              </a:defRPr>
            </a:pPr>
            <a:r>
              <a:t>Average price level held up well in both new years; the hour-to-hour matching quality got fuzzier the further from 2027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16. Adopting a Smaller Import Amount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Question: would re-tuning the import amount specifically for each year recover the lost matching quality?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Tested directly: YES, dramatically - smaller import amounts gave far better hour-to-hour matching for both new years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Decision made: adopt a smaller amount (20,000 MW) for both 2028 and 2029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The original (30,000 MW) results were kept fully on file, not deleted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17. A Fuller Check Changes the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21</a:t>
            </a:r>
          </a:p>
        </p:txBody>
      </p:sp>
      <p:pic>
        <p:nvPicPr>
          <p:cNvPr id="5" name="Picture 4" descr="chart_ceiling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15" y="1417320"/>
            <a:ext cx="10657489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i="1">
                <a:solidFill>
                  <a:srgbClr val="5A605C"/>
                </a:solidFill>
              </a:defRPr>
            </a:pPr>
            <a:r>
              <a:t>A third option (15,000 MW) was added, and this time the FULL year was checked, not just the 'ordinary hours only' view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18. Reversing Yesterday's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The fuller check showed the smaller import amount makes the OVERALL picture worse, not better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More unrealistic 'ran out of power' hours, and the average price badly overshoots Brainpool's real number (up to 53% too high)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Decision: reverted both 2028 and 2029 back to the original 30,000 MW default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All four tested amounts were kept on file - nothing thrown away, full evidence trail preserved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This is exactly the kind of careful, evidence-first process this project has followed throughout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19. A Genuine Surprise in the Weekday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23</a:t>
            </a:r>
          </a:p>
        </p:txBody>
      </p:sp>
      <p:pic>
        <p:nvPicPr>
          <p:cNvPr id="5" name="Picture 4" descr="chart_weekday_b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721" y="1417320"/>
            <a:ext cx="8436077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i="1">
                <a:solidFill>
                  <a:srgbClr val="5A605C"/>
                </a:solidFill>
              </a:defRPr>
            </a:pPr>
            <a:r>
              <a:t>Checking WHERE 2028/2029 disagreed with Brainpool most revealed real demand numbers with Friday too low, Sunday too high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20. The Root Cause: A Hidden Calendar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Our demand shape borrows a real year's usage pattern (2016) and trims it to fit the target year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2016 has one extra day (leap year) that has to be removed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The day removed was February 29th - sitting in the MIDDLE of the year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Removing a day from the middle quietly shifts every day after it by one weekday, for the rest of the year (84% of it)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This had been sitting undetected in the project's main 2027 build since it was first built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The fix: remove December 31st instead - the very END of the year, which disturbs nothing before 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21. Result: A Clean, Genuine Improvement</a:t>
            </a:r>
          </a:p>
          <a:p>
            <a:pPr>
              <a:defRPr sz="1300">
                <a:solidFill>
                  <a:srgbClr val="C8D2DA"/>
                </a:solidFill>
              </a:defRPr>
            </a:pPr>
            <a:r>
              <a:t>Both matching quality AND average error improved together, with almost no downside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07899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2220"/>
                          </a:solidFill>
                        </a:defRPr>
                      </a:pPr>
                      <a:r>
                        <a:t>Matching quality - before 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2220"/>
                          </a:solidFill>
                        </a:defRPr>
                      </a:pPr>
                      <a:r>
                        <a:t>0.647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2220"/>
                          </a:solidFill>
                        </a:defRPr>
                      </a:pPr>
                      <a:r>
                        <a:t>0.349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2220"/>
                          </a:solidFill>
                        </a:defRPr>
                      </a:pPr>
                      <a:r>
                        <a:t>Matching quality - after fix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2220"/>
                          </a:solidFill>
                        </a:defRPr>
                      </a:pPr>
                      <a:r>
                        <a:t>0.675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2220"/>
                          </a:solidFill>
                        </a:defRPr>
                      </a:pPr>
                      <a:r>
                        <a:t>0.446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2220"/>
                          </a:solidFill>
                        </a:defRPr>
                      </a:pPr>
                      <a:r>
                        <a:t>Average error - before 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2220"/>
                          </a:solidFill>
                        </a:defRPr>
                      </a:pPr>
                      <a:r>
                        <a:t>28.19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2220"/>
                          </a:solidFill>
                        </a:defRPr>
                      </a:pPr>
                      <a:r>
                        <a:t>29.59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2220"/>
                          </a:solidFill>
                        </a:defRPr>
                      </a:pPr>
                      <a:r>
                        <a:t>Average error - after fix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2220"/>
                          </a:solidFill>
                        </a:defRPr>
                      </a:pPr>
                      <a:r>
                        <a:t>26.91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2220"/>
                          </a:solidFill>
                        </a:defRPr>
                      </a:pPr>
                      <a:r>
                        <a:t>29.14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22. Double-Checking: Was the Ceiling Puzzle Actually the Bug?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Question: now that the calendar bug is fixed, does the import-amount pattern from Day 2/3 still show up?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Re-ran the same import-amount comparison on the newly-fixed 2029 model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Found: the exact same pattern as before - smaller amounts still give better matching, at the same shortage-hour cost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Fixing the calendar bug gave every import-amount setting a small, genuine boost across the board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Confirmed: these are two real, independent findings - not one mistake masquerading as two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23. Building the Supervisor Progress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Prepared a full progress-update slide deck covering the last-meeting tasks and everything done since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Structured around: load profile comparisons, 2009 renewable profiles, the smart-demand fixes, out-of-sample testing, and the calendar bug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Later expanded with four additional slides diving deeper into the 2028/2029 story and the bug fix, inserted directly into the already-edited deck without disturbing existing edits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24. Clarifying: Did We Really Get 2009 Offshore Wind Data?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Yes - pulled the same way as onshore wind and solar, from a real weather-simulation service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The low match score reported earlier isn't a mistake in that work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There was never a real reference profile for offshore wind to compare against in the first place - a data gap flagged since the very start of the project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Comparing real 2009 weather against a generic placeholder naturally gives a low score - that's expected, not a failure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25. Clarifying: What Does "Shaped With Suited Data"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V1's problem: one generic household shape stretched to represent all of Germany's demand - caused an unrealistic evening spike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V2's fix: four separate pieces, each built from the data that actually explains it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Base demand: real historical grid data. Heat pumps: real temperature data. Electrolysis: a steady industrial pattern. EV charging: a typical daily charging curve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Using the right kind of data for each piece, instead of forcing one shape to cover everything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26. Clarifying: Why 2016 as the Demand-Source Year?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We don't have real electricity usage data for 2009 itself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But Brainpool's forecast IS built on real 2009 weather - confirmed directly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So: find a year we DO have real usage data for, whose weather most resembled 2009's, and borrow its shape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Checked every candidate year directly rather than guessing - 2016 was the genuine best match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Our own two guesses (2023, then 2019) both turned out to be poor choices - 2023 was actually the worst match of all six years checked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27. Clarifying: The Three Correlation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All-hours: every single hour of the year - can be distorted by a handful of extreme hours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Excluding-shortage (our main, trusted number): the same measurement, leaving out those rare emergency-price hours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Weekday / weekend split: the same trusted number, split further into Monday-Friday and Saturday-Sunday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This detailed split is what twice now has directly led to finding a real, fixable problem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Overall Summary: The Full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33</a:t>
            </a:r>
          </a:p>
        </p:txBody>
      </p:sp>
      <p:pic>
        <p:nvPicPr>
          <p:cNvPr id="4" name="Picture 3" descr="chart_overall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56" y="1188720"/>
            <a:ext cx="11238807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i="1">
                <a:solidFill>
                  <a:srgbClr val="5A605C"/>
                </a:solidFill>
              </a:defRPr>
            </a:pPr>
            <a:r>
              <a:t>From wildly divergent (7.6x too high, 16% shortage hours) to close to Brainpool's real forecast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Overall Summary: Matching Quality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34</a:t>
            </a:r>
          </a:p>
        </p:txBody>
      </p:sp>
      <p:pic>
        <p:nvPicPr>
          <p:cNvPr id="4" name="Picture 3" descr="chart_correlation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188720"/>
            <a:ext cx="950976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i="1">
                <a:solidFill>
                  <a:srgbClr val="5A605C"/>
                </a:solidFill>
              </a:defRPr>
            </a:pPr>
            <a:r>
              <a:t>Every major fix, in order, and its effect on how closely AMIRIS tracks Brainpool's real price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What's Still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A full cross-border export model - the midday-price gap is the main remaining issue and needs this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Whether to update the shortage price (3,000 EUR/MWh) to reflect today's real EU cap (5,000 EUR/MWh)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Why the import ceiling behaves so differently across years - a real, still-unexplained pattern</a:t>
            </a:r>
          </a:p>
          <a:p>
            <a:pPr>
              <a:spcAft>
                <a:spcPts val="900"/>
              </a:spcAft>
              <a:defRPr sz="1700" b="1">
                <a:solidFill>
                  <a:srgbClr val="1E2220"/>
                </a:solidFill>
              </a:defRPr>
            </a:pPr>
            <a:r>
              <a:t>•  Continuing to fold every finding into the formal thesis documentation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2335</Words>
  <Application>Microsoft Office PowerPoint</Application>
  <PresentationFormat>Widescreen</PresentationFormat>
  <Paragraphs>182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MUIDEEN AJIBOYE</cp:lastModifiedBy>
  <cp:revision>2</cp:revision>
  <dcterms:created xsi:type="dcterms:W3CDTF">2013-01-27T09:14:16Z</dcterms:created>
  <dcterms:modified xsi:type="dcterms:W3CDTF">2026-08-27T01:45:54Z</dcterms:modified>
  <cp:category/>
</cp:coreProperties>
</file>