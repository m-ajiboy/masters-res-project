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AMIRIS Germany 2027</a:t>
            </a:r>
          </a:p>
          <a:p>
            <a:r>
              <a:rPr sz="2000">
                <a:solidFill>
                  <a:srgbClr val="C9D6DE"/>
                </a:solidFill>
              </a:rPr>
              <a:t>Where we are, and why the current result is likely close to the ceiling</a:t>
            </a:r>
          </a:p>
          <a:p>
            <a:pPr>
              <a:spcBef>
                <a:spcPts val="2400"/>
              </a:spcBef>
            </a:pPr>
            <a:r>
              <a:rPr sz="1500">
                <a:solidFill>
                  <a:srgbClr val="9AACB8"/>
                </a:solidFill>
              </a:rPr>
              <a:t>Muideen Oladayo Ajiboye  |  29 September 2026</a:t>
            </a:r>
          </a:p>
          <a:p>
            <a:r>
              <a:rPr sz="1300" i="1">
                <a:solidFill>
                  <a:srgbClr val="9AACB8"/>
                </a:solidFill>
              </a:rPr>
              <a:t>Supervisor meeting before travelling to Nigeria - thesis to continue virtually from there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What This Thesis Is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AMIRIS: an open, agent-based electricity market simulator (DLR) - each power plant, storage unit and demand type is modelled as its own decision-making agent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Energy Brainpool: a commercial forecasting firm - their real 2027 hourly price forecast for Germany is the benchmark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The question: can a research-grade, open simulation tool built from real public data get close to a commercial forecaster's result?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Everything shown today is built from Brainpool's own real 2027 input data, or independently-sourced real data (ENTSO-E, Eurostat, BNetzA, DWD) - nothing is invented to make numbers agree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Where We Started vs. 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963C28"/>
                </a:solidFill>
              </a:rPr>
              <a:t>3-7x too high</a:t>
            </a:r>
          </a:p>
          <a:p>
            <a:pPr algn="ctr"/>
            <a:r>
              <a:rPr sz="1300">
                <a:solidFill>
                  <a:srgbClr val="555B58"/>
                </a:solidFill>
              </a:rPr>
              <a:t>First comparison (early build)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554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A6B47"/>
                </a:solidFill>
              </a:rPr>
              <a:t>within ~1 EUR/MWh</a:t>
            </a:r>
          </a:p>
          <a:p>
            <a:pPr algn="ctr"/>
            <a:r>
              <a:rPr sz="1300">
                <a:solidFill>
                  <a:srgbClr val="555B58"/>
                </a:solidFill>
              </a:rPr>
              <a:t>Current best build (Phase 37)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554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A5691F"/>
                </a:solidFill>
              </a:rPr>
              <a:t>7 of 8,760 hours</a:t>
            </a:r>
          </a:p>
          <a:p>
            <a:pPr algn="ctr"/>
            <a:r>
              <a:rPr sz="1300">
                <a:solidFill>
                  <a:srgbClr val="555B58"/>
                </a:solidFill>
              </a:rPr>
              <a:t>Still hard to match exactly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The first honest comparison against Brainpool's real price looked alarming: AMIRIS came out 3-7x too expensive on average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That gap was diagnosed, not assumed - traced to how the import model handled cross-border electricity, then fixed and calibrated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After many rounds of real, data-grounded refinement (52 documented phases), AMIRIS's average price is now almost identical to Brainpool's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What remains: 7 unusual hours out of the whole year where AMIRIS still shows a price spike Brainpool's forecast never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Current Best Result (Phase 37)</a:t>
            </a:r>
          </a:p>
          <a:p>
            <a:r>
              <a:rPr sz="1400" i="1">
                <a:solidFill>
                  <a:srgbClr val="555B58"/>
                </a:solidFill>
                <a:latin typeface="Calibri"/>
              </a:rPr>
              <a:t>This is the build the thesis is written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AMIRIS (Phase 37)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Brainpool's real forecast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Average price (whole 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67.45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68.04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Hours with a physical shortage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7 (0.08% of the year)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Average error, ordinary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-2.90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Pattern-matching (correlation), ordinary hours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81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49039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“Ordinary hours” = the 99.92% of the year with no extreme shortage event - the fair, trustworthy comparison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On those hours, AMIRIS's average price sits under 3 EUR/MWh from Brainpool's, and the two track each other reasonably well hour to hour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816"/>
                </a:solidFill>
                <a:latin typeface="Calibri"/>
              </a:rPr>
              <a:t>•  The honest remaining gap is entirely concentrated in 7 specific hours - not a general accuracy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“Why Doesn't AMIRIS Just Import Instead of Hitting 3,000 EUR/MWh?”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881360" cy="1874519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963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ctr"/>
          <a:lstStyle/>
          <a:p>
            <a:pPr algn="ctr"/>
            <a:r>
              <a:rPr sz="1400" b="1">
                <a:solidFill>
                  <a:srgbClr val="963C28"/>
                </a:solidFill>
              </a:rPr>
              <a:t>Group A - 4 of the 7 hours: the cable is completely full</a:t>
            </a:r>
          </a:p>
          <a:p>
            <a:r>
              <a:rPr sz="1300" i="1">
                <a:solidFill>
                  <a:srgbClr val="555B58"/>
                </a:solidFill>
              </a:rPr>
              <a:t>Import already sits at 22,011.8 of a real 22,012 MW transmission limit (built from real 2023 cross-border flow data, not a placeholder). It is not that import is expensive - physically, no more electricity can flow down that connection at any price. This is a real, hard limit, correctly represented.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10881360" cy="214884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ctr"/>
          <a:lstStyle/>
          <a:p>
            <a:pPr algn="ctr"/>
            <a:r>
              <a:rPr sz="1400" b="1">
                <a:solidFill>
                  <a:srgbClr val="A5691F"/>
                </a:solidFill>
              </a:rPr>
              <a:t>Group B - the other 3 hours (all one evening, 17 Dec): the cable has room to spare</a:t>
            </a:r>
          </a:p>
          <a:p>
            <a:r>
              <a:rPr sz="1300" i="1">
                <a:solidFill>
                  <a:srgbClr val="555B58"/>
                </a:solidFill>
              </a:rPr>
              <a:t>Import sits well BELOW the limit (19,700-21,200 of 22,012 MW) - real spare capacity going unused. Rest-of-Europe's storage is sitting on 655,000+ MWh of stored energy and faces a huge price gap (Germany near 3,000 EUR/MWh vs. its own market near 163) - yet it discharges ZERO. It is not choosing not to help because it is too expensive; its own forecaster simply never sees Germany's price at all when deciding whether to discharge.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F3A4D"/>
                </a:solidFill>
                <a:latin typeface="Calibri"/>
              </a:rPr>
              <a:t>•  Direct answer: import cost is not the reason in either case - one is a physical capacity limit, the other is an information gap in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What We Tried to Close the Remaining Gap</a:t>
            </a:r>
          </a:p>
          <a:p>
            <a:r>
              <a:rPr sz="1400" i="1">
                <a:solidFill>
                  <a:srgbClr val="555B58"/>
                </a:solidFill>
                <a:latin typeface="Calibri"/>
              </a:rPr>
              <a:t>Real experiments - reporting the negative results honestly, not hiding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3 alternative weather/demand years for renewables and demand - no improvement (Phases 49-51)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A negative price floor, as the supervisor suggested - confirmed dead end (Phase 29)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A real plant start-up cost - the mechanism turned out not to be wired into AMIRIS's dispatch logic at all (Phase 30)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Widening how far generators can bid from their true cost - made pattern-matching worse, not better (Phases 31, 47)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Splitting the single “Rest of Europe” zone into 10 real separate countries, then a full real transmission mesh - more complex, not more accurate (Phases 42-43, 48)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Recalibrating the import capacity ceiling - a real trade-off in both directions, no clean win (Phases 25-27)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rgbClr val="1F3A4D"/>
                </a:solidFill>
                <a:latin typeface="Calibri"/>
              </a:rPr>
              <a:t>One Thing That Did Move the Needle (Investigative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Opened AMIRIS's own Java source code directly and found exactly why Rest-of-Europe's storage “can't see” Germany's shortage price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Patched it: storage now gets a boosted incentive when Germany's price is genuinely higher than its own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Best version found: shortage hours 7 → 6, average error -2.90 → -0.95 EUR/MWh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But: pattern-matching and average hour-to-hour error both got slightly worse - a genuine trade-off, not a clean win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Why: Rest-of-Europe's storage only has so much energy it can move in one day - helping the morning leaves less for the evening peak the same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57800"/>
            <a:ext cx="10881360" cy="105156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3A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ctr"/>
          <a:lstStyle/>
          <a:p>
            <a:pPr algn="ctr"/>
            <a:r>
              <a:rPr sz="1400" b="1">
                <a:solidFill>
                  <a:srgbClr val="3A6B47"/>
                </a:solidFill>
              </a:rPr>
              <a:t>Reported to the department as a technical finding - not adopted into the thesis.</a:t>
            </a:r>
          </a:p>
          <a:p>
            <a:r>
              <a:rPr sz="1300" i="1">
                <a:solidFill>
                  <a:srgbClr val="555B58"/>
                </a:solidFill>
              </a:rPr>
              <a:t>Exactly as agreed: an investigative side-experiment, kept in its own separate, fully-documented build, with the thesis's actual result (Phase 37) left untouched.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Why Phase 37 Is Likely Close to the Best Achievable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52 documented phases of real, data-grounded experiments - every lever AMIRIS actually exposes has now been tested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The remaining gap has two different, structural causes: a real physical transmission limit (Group A), and a genuine architectural limit in how each zone's forecaster works (Group B)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Even directly patching the one fixable cause (Phase 52) only trades one problem for another - Rest-of-Europe's storage has a hard daily energy budget that more code cannot create out of thin air</a:t>
            </a:r>
          </a:p>
          <a:p>
            <a:pPr>
              <a:spcAft>
                <a:spcPts val="1200"/>
              </a:spcAft>
            </a:pPr>
            <a:r>
              <a:rPr sz="1650">
                <a:solidFill>
                  <a:srgbClr val="141816"/>
                </a:solidFill>
                <a:latin typeface="Calibri"/>
              </a:rPr>
              <a:t>•  Brainpool's own real forecast never exceeds 330 EUR/MWh all year - their model never represents this kind of extreme scarcity event either, so the two models are not really answering the exact same question at the extreme 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105156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1F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ctr"/>
          <a:lstStyle/>
          <a:p>
            <a:pPr algn="ctr"/>
            <a:r>
              <a:rPr sz="1400" b="1">
                <a:solidFill>
                  <a:srgbClr val="1F3A4D"/>
                </a:solidFill>
              </a:rPr>
              <a:t>Conclusion</a:t>
            </a:r>
          </a:p>
          <a:p>
            <a:r>
              <a:rPr sz="1300" i="1">
                <a:solidFill>
                  <a:srgbClr val="555B58"/>
                </a:solidFill>
              </a:rPr>
              <a:t>Further tuning is very unlikely to beat Phase 37 by any meaningful margin. The sensible next step is to finalise the write-up with Phase 37 as the reference result, and report the remaining 7-hour gap as a well-understood, structural limitation rather than an unresolved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4D"/>
                </a:solidFill>
                <a:latin typeface="Calibri"/>
              </a:rPr>
              <a:t>Continuing Virtually From Nigeria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106424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All work is tracked in git - every phase, every result, every dead end is already committed and reproducible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The build environment, scripts, and full Progress Report travel with me - no work is tied to being on campus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Will continue the thesis write-up remotely and can share updates the same way as this meeting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Available for a follow-up call or written check-in at a time that works for both of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 |  Supervisor Meeting  |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-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1310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MUIDEEN AJIBOYE</cp:lastModifiedBy>
  <cp:revision>2</cp:revision>
  <dcterms:created xsi:type="dcterms:W3CDTF">2013-01-27T09:14:16Z</dcterms:created>
  <dcterms:modified xsi:type="dcterms:W3CDTF">2026-09-28T23:02:41Z</dcterms:modified>
  <cp:category/>
</cp:coreProperties>
</file>